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F926-0BFA-2E63-12BE-B7EA1A6E0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6D053A-7120-3EAA-8AAC-1C5D1BC08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B8274-3DD7-2174-69C6-2BF0D1DDB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029C-5432-4481-AB10-D4BFBDC1D683}" type="datetimeFigureOut">
              <a:rPr lang="pt-PT" smtClean="0"/>
              <a:t>19/05/2022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4B5BF-CD97-1EC6-DECD-640D62526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A2E41-9EDD-3D9F-EA28-60BD5021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6D69-3A16-47AF-9D70-9843A3484B9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7822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E8C45-B4D5-522C-99E7-2EA46C53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1BBB4-7B21-BD78-918E-FC5A0B083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9D85D-5B9E-035F-2B31-9B05CA929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029C-5432-4481-AB10-D4BFBDC1D683}" type="datetimeFigureOut">
              <a:rPr lang="pt-PT" smtClean="0"/>
              <a:t>19/05/2022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A0289-508D-B500-84C4-3B5A64970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B7DE8-D40A-0D25-00DF-3BF3A39A3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6D69-3A16-47AF-9D70-9843A3484B9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55953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AA6D-91CE-DD92-4CBB-518E8F11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D4B60-2FE9-EBDC-BB03-F83D627D7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057B8-9532-64C5-C212-C8869221F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029C-5432-4481-AB10-D4BFBDC1D683}" type="datetimeFigureOut">
              <a:rPr lang="pt-PT" smtClean="0"/>
              <a:t>19/05/2022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F21F8-4890-A017-D992-F378CC7A6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37B4A-4A00-FB75-8472-A0CC8C97D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6D69-3A16-47AF-9D70-9843A3484B9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54502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1A4D7-79FB-5143-625F-77D4FEA25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A7CE3-5262-5EC8-355C-A2FCA21AD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AA32D-650F-1329-17E5-7747EED5E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EEB0B-98BA-B2A6-3EE3-D96AD889F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029C-5432-4481-AB10-D4BFBDC1D683}" type="datetimeFigureOut">
              <a:rPr lang="pt-PT" smtClean="0"/>
              <a:t>19/05/2022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4C819-6200-C952-B405-1179B6A9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6A071-0685-2070-7D3F-7BB67664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6D69-3A16-47AF-9D70-9843A3484B9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5216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238DB-E53D-F134-4CD7-F8AE1B23E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1C59F-EB02-E886-38CA-8CCA1255B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536F0-88A5-F964-5356-48FDDFDD4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CD8CE6-FD85-EE3E-C86C-7188DDB88A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1436D-89CA-C52A-0274-3C67B912F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C64978-2C2F-C62D-F1AA-9FE89A0CD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029C-5432-4481-AB10-D4BFBDC1D683}" type="datetimeFigureOut">
              <a:rPr lang="pt-PT" smtClean="0"/>
              <a:t>19/05/2022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A28EF6-78F7-004F-9D78-32CAC228C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6C9DCA-484F-918A-8A47-5BF824361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6D69-3A16-47AF-9D70-9843A3484B9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75150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D0FF6-0158-9D09-4BDD-82EAD9D0F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BC2613-923C-5FC0-2A79-5E49B5D21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029C-5432-4481-AB10-D4BFBDC1D683}" type="datetimeFigureOut">
              <a:rPr lang="pt-PT" smtClean="0"/>
              <a:t>19/05/2022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268604-A956-4945-BD15-2D17B4577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F274B7-F093-62DB-0F54-A97FA0B4F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6D69-3A16-47AF-9D70-9843A3484B9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71265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9B3613-3918-C7DB-B756-C68E415E3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029C-5432-4481-AB10-D4BFBDC1D683}" type="datetimeFigureOut">
              <a:rPr lang="pt-PT" smtClean="0"/>
              <a:t>19/05/2022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0EEE09-E015-C8AE-B8FF-85E5FE8EA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157BA-B59D-4374-63EE-CC231977F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6D69-3A16-47AF-9D70-9843A3484B9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516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0B7F9-6435-4801-AF45-12037808D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543D8-A54A-408E-E7DD-CA7A809EF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01598-0605-0FD0-6925-339F5AA1D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4AE34-3F8F-B004-BD25-86C127AC4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029C-5432-4481-AB10-D4BFBDC1D683}" type="datetimeFigureOut">
              <a:rPr lang="pt-PT" smtClean="0"/>
              <a:t>19/05/2022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E9B85-77DA-D416-25FF-A4436F930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90DB0-8714-4D0B-0BD3-64E74173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6D69-3A16-47AF-9D70-9843A3484B9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9729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58B72-51BC-173E-1592-D21A7667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7EA1AD-D2C2-83FA-91B6-809B822597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375F53-FACB-A992-5270-688BFAEAE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37C8B-372A-5615-D1A3-18BC35B2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029C-5432-4481-AB10-D4BFBDC1D683}" type="datetimeFigureOut">
              <a:rPr lang="pt-PT" smtClean="0"/>
              <a:t>19/05/2022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D7846-ABC6-5FE5-5F81-D87763D6E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D8B56-8E75-34CB-AD92-A57587A03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6D69-3A16-47AF-9D70-9843A3484B9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00342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202AB-5580-8249-5A9F-69F3810C4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06D7EB-ADFA-29D6-1ED0-CDD76C61A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67D1D-B351-EDFB-31D0-707D18873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029C-5432-4481-AB10-D4BFBDC1D683}" type="datetimeFigureOut">
              <a:rPr lang="pt-PT" smtClean="0"/>
              <a:t>19/05/2022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01F12-3721-F437-A498-EB0882E16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98C-419B-7981-D8A0-8C9D038FE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6D69-3A16-47AF-9D70-9843A3484B9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8691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1162A1-78C6-58B7-144C-48A7D67888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CBA94-785C-0714-AECD-6555EE98B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30345-E2DB-02C7-DDF6-1E73C595B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5029C-5432-4481-AB10-D4BFBDC1D683}" type="datetimeFigureOut">
              <a:rPr lang="pt-PT" smtClean="0"/>
              <a:t>19/05/2022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2B9F2-974F-D429-0D0C-BA68233E7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7E247-7252-C8B7-8A5C-0535FBCE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E6D69-3A16-47AF-9D70-9843A3484B9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87234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47C61B-5C03-974B-9A7D-FA577CF33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B613C-EA43-44B1-1BF3-A43107B94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D9BEC-8E6B-D64A-17C8-F7174237F4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5029C-5432-4481-AB10-D4BFBDC1D683}" type="datetimeFigureOut">
              <a:rPr lang="pt-PT" smtClean="0"/>
              <a:t>19/05/2022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3EEEE-94FA-B5FA-60E3-66817FE47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23CE2-7391-8302-4E24-30EA8415B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E6D69-3A16-47AF-9D70-9843A3484B9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4917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5FD05-4B13-E505-4A74-E987A976F3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Diogo Antunes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C71A54-E09D-D079-1B0C-F5C508B064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2018016615</a:t>
            </a:r>
          </a:p>
        </p:txBody>
      </p:sp>
    </p:spTree>
    <p:extLst>
      <p:ext uri="{BB962C8B-B14F-4D97-AF65-F5344CB8AC3E}">
        <p14:creationId xmlns:p14="http://schemas.microsoft.com/office/powerpoint/2010/main" val="1107632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F58E3-E7D9-8BA9-495D-1855CFFB9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0236B2-F1A4-5236-24AE-89B3587FCC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3554"/>
            <a:ext cx="4495121" cy="4351338"/>
          </a:xfrm>
        </p:spPr>
      </p:pic>
    </p:spTree>
    <p:extLst>
      <p:ext uri="{BB962C8B-B14F-4D97-AF65-F5344CB8AC3E}">
        <p14:creationId xmlns:p14="http://schemas.microsoft.com/office/powerpoint/2010/main" val="2107009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ED3C-0261-DB76-F6B0-4D67DCF40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CF094-13ED-C178-F220-C10D1BF91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Neste caso o PC0 se quiser chegar ao DNS_Server utilizando o nome, não consegue, pois o comando “ip host ...” no router não é suficiente, pois não é o serviço DNS em si.</a:t>
            </a:r>
          </a:p>
          <a:p>
            <a:endParaRPr lang="pt-PT" dirty="0"/>
          </a:p>
          <a:p>
            <a:r>
              <a:rPr lang="pt-PT" dirty="0"/>
              <a:t>Logo ao pingar no PC0 o DNS_Server, é enviado o pedido ao router no entanto o mesmo não reconhece esse nome.</a:t>
            </a:r>
          </a:p>
        </p:txBody>
      </p:sp>
    </p:spTree>
    <p:extLst>
      <p:ext uri="{BB962C8B-B14F-4D97-AF65-F5344CB8AC3E}">
        <p14:creationId xmlns:p14="http://schemas.microsoft.com/office/powerpoint/2010/main" val="1328502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0EC6B-D230-D931-089F-D08F857E6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19FADC-266E-55F7-053F-09843E8948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8431" y="1825625"/>
            <a:ext cx="4315137" cy="4351338"/>
          </a:xfrm>
        </p:spPr>
      </p:pic>
    </p:spTree>
    <p:extLst>
      <p:ext uri="{BB962C8B-B14F-4D97-AF65-F5344CB8AC3E}">
        <p14:creationId xmlns:p14="http://schemas.microsoft.com/office/powerpoint/2010/main" val="839096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EDAB5-6860-4A28-8061-70866C461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5989BD-4185-4AA6-FDC4-BAB6FAB510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3834" y="1873751"/>
            <a:ext cx="4418858" cy="4351338"/>
          </a:xfrm>
        </p:spPr>
      </p:pic>
    </p:spTree>
    <p:extLst>
      <p:ext uri="{BB962C8B-B14F-4D97-AF65-F5344CB8AC3E}">
        <p14:creationId xmlns:p14="http://schemas.microsoft.com/office/powerpoint/2010/main" val="3765721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5FCD5-5FF7-8EC6-8208-5F5C34CB5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4477BA-6C9A-C039-4DF8-118465AC15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354" y="1841667"/>
            <a:ext cx="4293608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CF7C22-DAE1-3AA7-C822-6AE3BDCC9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81869"/>
            <a:ext cx="4588042" cy="461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524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7A17E-9F5B-9965-AEF2-F6E6BAD4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E595BC-2B97-5D93-4964-9325610C58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1149" y="1841667"/>
            <a:ext cx="5250080" cy="4351338"/>
          </a:xfrm>
        </p:spPr>
      </p:pic>
    </p:spTree>
    <p:extLst>
      <p:ext uri="{BB962C8B-B14F-4D97-AF65-F5344CB8AC3E}">
        <p14:creationId xmlns:p14="http://schemas.microsoft.com/office/powerpoint/2010/main" val="1313638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33DC9-D88A-55CA-0C50-5BE133489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DE9CA0-8C0C-85B1-9F8E-ABACAF75BE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091" y="1690688"/>
            <a:ext cx="4905375" cy="380047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249D72-DBF6-BC3F-C745-6D44D229A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979" y="1690688"/>
            <a:ext cx="6430378" cy="286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168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B5404-D544-6536-861C-B65945114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380F66-F77B-E9C1-5AE3-84B5DBB704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579" y="1970004"/>
            <a:ext cx="3536545" cy="4351338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B9E15E-23CC-FC6C-5572-105AD8E1E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678" y="1587417"/>
            <a:ext cx="396240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761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1B4C6-02D3-51F1-DE43-3466F106E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4D9240-BE0D-C85B-0B69-D77076C71A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01820"/>
            <a:ext cx="3409950" cy="34385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F502EB-9618-B151-F5D8-AF331117B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2425009"/>
            <a:ext cx="6974807" cy="257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181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0522E-1DD4-5F13-D818-995F0312F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9ED16B-6014-28BB-A706-9DF90EB31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3087" y="2372519"/>
            <a:ext cx="8505825" cy="3257550"/>
          </a:xfrm>
        </p:spPr>
      </p:pic>
    </p:spTree>
    <p:extLst>
      <p:ext uri="{BB962C8B-B14F-4D97-AF65-F5344CB8AC3E}">
        <p14:creationId xmlns:p14="http://schemas.microsoft.com/office/powerpoint/2010/main" val="941191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A6200-0D91-CFEC-13A1-05A6D6D19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8B9D99-2C52-4808-2602-850D62ECD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6075" y="2405856"/>
            <a:ext cx="6419850" cy="3190875"/>
          </a:xfrm>
        </p:spPr>
      </p:pic>
    </p:spTree>
    <p:extLst>
      <p:ext uri="{BB962C8B-B14F-4D97-AF65-F5344CB8AC3E}">
        <p14:creationId xmlns:p14="http://schemas.microsoft.com/office/powerpoint/2010/main" val="459921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EF9EA-6FC2-67D1-5882-AC0ECCE14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46E1B1-49B4-3701-251F-FF5E284952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6975" y="1825625"/>
            <a:ext cx="6238050" cy="4351338"/>
          </a:xfrm>
        </p:spPr>
      </p:pic>
    </p:spTree>
    <p:extLst>
      <p:ext uri="{BB962C8B-B14F-4D97-AF65-F5344CB8AC3E}">
        <p14:creationId xmlns:p14="http://schemas.microsoft.com/office/powerpoint/2010/main" val="1686306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7C4A3-6CEB-4D26-86E5-2EEA2B633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Pergunta 6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211F41-B960-5DA5-73FE-24A0F7386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158" y="2727158"/>
            <a:ext cx="3991771" cy="173735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6C9364-CB05-AACF-F322-66BC46437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670" y="2563979"/>
            <a:ext cx="505777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194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Widescreen</PresentationFormat>
  <Paragraphs>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Diogo Antunes</vt:lpstr>
      <vt:lpstr>Pergunta 1</vt:lpstr>
      <vt:lpstr>Pergunta 1</vt:lpstr>
      <vt:lpstr>Pergunta 1</vt:lpstr>
      <vt:lpstr>Pergunta 2</vt:lpstr>
      <vt:lpstr>Pergunta 2</vt:lpstr>
      <vt:lpstr>Pergunta 3</vt:lpstr>
      <vt:lpstr>Pergunta 4</vt:lpstr>
      <vt:lpstr>Pergunta 4</vt:lpstr>
      <vt:lpstr>Pergunta 4</vt:lpstr>
      <vt:lpstr>Pergunta 5</vt:lpstr>
      <vt:lpstr>Pergunta 5</vt:lpstr>
      <vt:lpstr>Pergunta 5</vt:lpstr>
      <vt:lpstr>Pergunta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Diogo Antunes</dc:title>
  <dc:creator>Diogo</dc:creator>
  <cp:lastModifiedBy>Diogo</cp:lastModifiedBy>
  <cp:revision>1</cp:revision>
  <dcterms:created xsi:type="dcterms:W3CDTF">2022-05-19T17:42:24Z</dcterms:created>
  <dcterms:modified xsi:type="dcterms:W3CDTF">2022-05-19T17:43:22Z</dcterms:modified>
</cp:coreProperties>
</file>