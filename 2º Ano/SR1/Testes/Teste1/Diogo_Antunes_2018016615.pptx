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" userId="05538c10dffdc7a7" providerId="LiveId" clId="{01062F18-D461-41AB-85D0-DAF541BB26B7}"/>
    <pc:docChg chg="custSel addSld modSld">
      <pc:chgData name="Diogo" userId="05538c10dffdc7a7" providerId="LiveId" clId="{01062F18-D461-41AB-85D0-DAF541BB26B7}" dt="2022-04-07T17:51:38.258" v="94" actId="20577"/>
      <pc:docMkLst>
        <pc:docMk/>
      </pc:docMkLst>
      <pc:sldChg chg="modSp mod">
        <pc:chgData name="Diogo" userId="05538c10dffdc7a7" providerId="LiveId" clId="{01062F18-D461-41AB-85D0-DAF541BB26B7}" dt="2022-04-07T15:32:53.208" v="25" actId="1076"/>
        <pc:sldMkLst>
          <pc:docMk/>
          <pc:sldMk cId="3782010284" sldId="256"/>
        </pc:sldMkLst>
        <pc:spChg chg="mod">
          <ac:chgData name="Diogo" userId="05538c10dffdc7a7" providerId="LiveId" clId="{01062F18-D461-41AB-85D0-DAF541BB26B7}" dt="2022-04-07T15:32:36.694" v="12" actId="20577"/>
          <ac:spMkLst>
            <pc:docMk/>
            <pc:sldMk cId="3782010284" sldId="256"/>
            <ac:spMk id="2" creationId="{8A08E956-06B5-477C-B9D5-01DB434D46E4}"/>
          </ac:spMkLst>
        </pc:spChg>
        <pc:spChg chg="mod">
          <ac:chgData name="Diogo" userId="05538c10dffdc7a7" providerId="LiveId" clId="{01062F18-D461-41AB-85D0-DAF541BB26B7}" dt="2022-04-07T15:32:53.208" v="25" actId="1076"/>
          <ac:spMkLst>
            <pc:docMk/>
            <pc:sldMk cId="3782010284" sldId="256"/>
            <ac:spMk id="3" creationId="{709072AA-1686-4711-87F0-EF11AC6E1058}"/>
          </ac:spMkLst>
        </pc:spChg>
      </pc:sldChg>
      <pc:sldChg chg="addSp delSp modSp new mod">
        <pc:chgData name="Diogo" userId="05538c10dffdc7a7" providerId="LiveId" clId="{01062F18-D461-41AB-85D0-DAF541BB26B7}" dt="2022-04-07T17:50:24.622" v="75" actId="20577"/>
        <pc:sldMkLst>
          <pc:docMk/>
          <pc:sldMk cId="2557175165" sldId="257"/>
        </pc:sldMkLst>
        <pc:spChg chg="mod">
          <ac:chgData name="Diogo" userId="05538c10dffdc7a7" providerId="LiveId" clId="{01062F18-D461-41AB-85D0-DAF541BB26B7}" dt="2022-04-07T17:50:24.622" v="75" actId="20577"/>
          <ac:spMkLst>
            <pc:docMk/>
            <pc:sldMk cId="2557175165" sldId="257"/>
            <ac:spMk id="2" creationId="{B748E322-474A-40F2-93D3-5FC4B080C7F2}"/>
          </ac:spMkLst>
        </pc:spChg>
        <pc:spChg chg="del">
          <ac:chgData name="Diogo" userId="05538c10dffdc7a7" providerId="LiveId" clId="{01062F18-D461-41AB-85D0-DAF541BB26B7}" dt="2022-04-07T16:35:40.826" v="27" actId="22"/>
          <ac:spMkLst>
            <pc:docMk/>
            <pc:sldMk cId="2557175165" sldId="257"/>
            <ac:spMk id="3" creationId="{A08F7836-67D1-42DA-AFF0-3A2A889D5D66}"/>
          </ac:spMkLst>
        </pc:spChg>
        <pc:picChg chg="add mod ord">
          <ac:chgData name="Diogo" userId="05538c10dffdc7a7" providerId="LiveId" clId="{01062F18-D461-41AB-85D0-DAF541BB26B7}" dt="2022-04-07T16:35:42.337" v="28" actId="1076"/>
          <ac:picMkLst>
            <pc:docMk/>
            <pc:sldMk cId="2557175165" sldId="257"/>
            <ac:picMk id="5" creationId="{421309C5-B5BF-44E3-B6E8-B97E8FFAD93F}"/>
          </ac:picMkLst>
        </pc:picChg>
        <pc:picChg chg="add mod">
          <ac:chgData name="Diogo" userId="05538c10dffdc7a7" providerId="LiveId" clId="{01062F18-D461-41AB-85D0-DAF541BB26B7}" dt="2022-04-07T16:38:05.833" v="31" actId="1076"/>
          <ac:picMkLst>
            <pc:docMk/>
            <pc:sldMk cId="2557175165" sldId="257"/>
            <ac:picMk id="7" creationId="{C3D5E705-DC90-4975-BCE0-957160ABBDE5}"/>
          </ac:picMkLst>
        </pc:picChg>
      </pc:sldChg>
      <pc:sldChg chg="addSp delSp modSp new mod">
        <pc:chgData name="Diogo" userId="05538c10dffdc7a7" providerId="LiveId" clId="{01062F18-D461-41AB-85D0-DAF541BB26B7}" dt="2022-04-07T17:50:43.313" v="80" actId="20577"/>
        <pc:sldMkLst>
          <pc:docMk/>
          <pc:sldMk cId="3225034720" sldId="258"/>
        </pc:sldMkLst>
        <pc:spChg chg="mod">
          <ac:chgData name="Diogo" userId="05538c10dffdc7a7" providerId="LiveId" clId="{01062F18-D461-41AB-85D0-DAF541BB26B7}" dt="2022-04-07T17:50:43.313" v="80" actId="20577"/>
          <ac:spMkLst>
            <pc:docMk/>
            <pc:sldMk cId="3225034720" sldId="258"/>
            <ac:spMk id="2" creationId="{AC3FE9F1-4ED9-4B40-A4B5-97CA27591CD6}"/>
          </ac:spMkLst>
        </pc:spChg>
        <pc:spChg chg="del">
          <ac:chgData name="Diogo" userId="05538c10dffdc7a7" providerId="LiveId" clId="{01062F18-D461-41AB-85D0-DAF541BB26B7}" dt="2022-04-07T16:42:03.344" v="33" actId="22"/>
          <ac:spMkLst>
            <pc:docMk/>
            <pc:sldMk cId="3225034720" sldId="258"/>
            <ac:spMk id="3" creationId="{2CEE478C-178C-4540-A111-A4A0DDD4F91B}"/>
          </ac:spMkLst>
        </pc:spChg>
        <pc:spChg chg="add del mod">
          <ac:chgData name="Diogo" userId="05538c10dffdc7a7" providerId="LiveId" clId="{01062F18-D461-41AB-85D0-DAF541BB26B7}" dt="2022-04-07T16:44:04.138" v="36" actId="22"/>
          <ac:spMkLst>
            <pc:docMk/>
            <pc:sldMk cId="3225034720" sldId="258"/>
            <ac:spMk id="7" creationId="{35AA3A2C-6F21-485C-BC6B-C509736CDC2F}"/>
          </ac:spMkLst>
        </pc:spChg>
        <pc:picChg chg="add del mod ord">
          <ac:chgData name="Diogo" userId="05538c10dffdc7a7" providerId="LiveId" clId="{01062F18-D461-41AB-85D0-DAF541BB26B7}" dt="2022-04-07T16:43:47.878" v="35" actId="21"/>
          <ac:picMkLst>
            <pc:docMk/>
            <pc:sldMk cId="3225034720" sldId="258"/>
            <ac:picMk id="5" creationId="{9D70B395-71C7-4C07-B7A2-EFF19ADDEA53}"/>
          </ac:picMkLst>
        </pc:picChg>
        <pc:picChg chg="add mod ord">
          <ac:chgData name="Diogo" userId="05538c10dffdc7a7" providerId="LiveId" clId="{01062F18-D461-41AB-85D0-DAF541BB26B7}" dt="2022-04-07T16:44:05.863" v="37" actId="1076"/>
          <ac:picMkLst>
            <pc:docMk/>
            <pc:sldMk cId="3225034720" sldId="258"/>
            <ac:picMk id="9" creationId="{449F54A4-5D08-460E-9887-49776FC599D0}"/>
          </ac:picMkLst>
        </pc:picChg>
        <pc:picChg chg="add mod">
          <ac:chgData name="Diogo" userId="05538c10dffdc7a7" providerId="LiveId" clId="{01062F18-D461-41AB-85D0-DAF541BB26B7}" dt="2022-04-07T16:46:06.683" v="40" actId="1076"/>
          <ac:picMkLst>
            <pc:docMk/>
            <pc:sldMk cId="3225034720" sldId="258"/>
            <ac:picMk id="11" creationId="{8B46C24D-EE75-4262-B394-1735BDB734DE}"/>
          </ac:picMkLst>
        </pc:picChg>
      </pc:sldChg>
      <pc:sldChg chg="addSp delSp modSp new mod">
        <pc:chgData name="Diogo" userId="05538c10dffdc7a7" providerId="LiveId" clId="{01062F18-D461-41AB-85D0-DAF541BB26B7}" dt="2022-04-07T17:51:02.104" v="81" actId="20577"/>
        <pc:sldMkLst>
          <pc:docMk/>
          <pc:sldMk cId="994584825" sldId="259"/>
        </pc:sldMkLst>
        <pc:spChg chg="mod">
          <ac:chgData name="Diogo" userId="05538c10dffdc7a7" providerId="LiveId" clId="{01062F18-D461-41AB-85D0-DAF541BB26B7}" dt="2022-04-07T17:51:02.104" v="81" actId="20577"/>
          <ac:spMkLst>
            <pc:docMk/>
            <pc:sldMk cId="994584825" sldId="259"/>
            <ac:spMk id="2" creationId="{70F55686-7A12-4375-BC83-6D3A06FC8A3E}"/>
          </ac:spMkLst>
        </pc:spChg>
        <pc:spChg chg="del">
          <ac:chgData name="Diogo" userId="05538c10dffdc7a7" providerId="LiveId" clId="{01062F18-D461-41AB-85D0-DAF541BB26B7}" dt="2022-04-07T16:47:29.753" v="42" actId="22"/>
          <ac:spMkLst>
            <pc:docMk/>
            <pc:sldMk cId="994584825" sldId="259"/>
            <ac:spMk id="3" creationId="{6CE3D4FA-4C4A-4229-BF59-DB943F258785}"/>
          </ac:spMkLst>
        </pc:spChg>
        <pc:picChg chg="add mod ord">
          <ac:chgData name="Diogo" userId="05538c10dffdc7a7" providerId="LiveId" clId="{01062F18-D461-41AB-85D0-DAF541BB26B7}" dt="2022-04-07T17:50:30.624" v="77" actId="1076"/>
          <ac:picMkLst>
            <pc:docMk/>
            <pc:sldMk cId="994584825" sldId="259"/>
            <ac:picMk id="5" creationId="{40C97A04-143C-4D0A-AF68-18671C16330D}"/>
          </ac:picMkLst>
        </pc:picChg>
        <pc:picChg chg="add mod">
          <ac:chgData name="Diogo" userId="05538c10dffdc7a7" providerId="LiveId" clId="{01062F18-D461-41AB-85D0-DAF541BB26B7}" dt="2022-04-07T17:50:31.813" v="78" actId="1076"/>
          <ac:picMkLst>
            <pc:docMk/>
            <pc:sldMk cId="994584825" sldId="259"/>
            <ac:picMk id="7" creationId="{4D104C1B-248A-41C7-9660-6DCC0FB9BA01}"/>
          </ac:picMkLst>
        </pc:picChg>
      </pc:sldChg>
      <pc:sldChg chg="addSp delSp modSp new mod">
        <pc:chgData name="Diogo" userId="05538c10dffdc7a7" providerId="LiveId" clId="{01062F18-D461-41AB-85D0-DAF541BB26B7}" dt="2022-04-07T17:51:09.422" v="84" actId="1076"/>
        <pc:sldMkLst>
          <pc:docMk/>
          <pc:sldMk cId="578116450" sldId="260"/>
        </pc:sldMkLst>
        <pc:spChg chg="mod">
          <ac:chgData name="Diogo" userId="05538c10dffdc7a7" providerId="LiveId" clId="{01062F18-D461-41AB-85D0-DAF541BB26B7}" dt="2022-04-07T17:51:07.241" v="82" actId="20577"/>
          <ac:spMkLst>
            <pc:docMk/>
            <pc:sldMk cId="578116450" sldId="260"/>
            <ac:spMk id="2" creationId="{B58DD939-98C6-4C41-8CC9-ED6322CDDE15}"/>
          </ac:spMkLst>
        </pc:spChg>
        <pc:spChg chg="del">
          <ac:chgData name="Diogo" userId="05538c10dffdc7a7" providerId="LiveId" clId="{01062F18-D461-41AB-85D0-DAF541BB26B7}" dt="2022-04-07T16:49:54.603" v="47" actId="22"/>
          <ac:spMkLst>
            <pc:docMk/>
            <pc:sldMk cId="578116450" sldId="260"/>
            <ac:spMk id="3" creationId="{D7ADDA51-96FF-40C0-B003-83B53981147A}"/>
          </ac:spMkLst>
        </pc:spChg>
        <pc:picChg chg="add mod ord">
          <ac:chgData name="Diogo" userId="05538c10dffdc7a7" providerId="LiveId" clId="{01062F18-D461-41AB-85D0-DAF541BB26B7}" dt="2022-04-07T17:51:08.753" v="83" actId="1076"/>
          <ac:picMkLst>
            <pc:docMk/>
            <pc:sldMk cId="578116450" sldId="260"/>
            <ac:picMk id="5" creationId="{6AC49C9A-9F17-41FB-9849-B9AB00AC1998}"/>
          </ac:picMkLst>
        </pc:picChg>
        <pc:picChg chg="add mod">
          <ac:chgData name="Diogo" userId="05538c10dffdc7a7" providerId="LiveId" clId="{01062F18-D461-41AB-85D0-DAF541BB26B7}" dt="2022-04-07T17:51:09.422" v="84" actId="1076"/>
          <ac:picMkLst>
            <pc:docMk/>
            <pc:sldMk cId="578116450" sldId="260"/>
            <ac:picMk id="7" creationId="{F8C1AB23-539F-4221-966C-70E3055C1AFB}"/>
          </ac:picMkLst>
        </pc:picChg>
      </pc:sldChg>
      <pc:sldChg chg="addSp delSp modSp new mod">
        <pc:chgData name="Diogo" userId="05538c10dffdc7a7" providerId="LiveId" clId="{01062F18-D461-41AB-85D0-DAF541BB26B7}" dt="2022-04-07T17:51:12.021" v="87" actId="1076"/>
        <pc:sldMkLst>
          <pc:docMk/>
          <pc:sldMk cId="44584410" sldId="261"/>
        </pc:sldMkLst>
        <pc:spChg chg="mod">
          <ac:chgData name="Diogo" userId="05538c10dffdc7a7" providerId="LiveId" clId="{01062F18-D461-41AB-85D0-DAF541BB26B7}" dt="2022-04-07T17:51:10.663" v="85" actId="20577"/>
          <ac:spMkLst>
            <pc:docMk/>
            <pc:sldMk cId="44584410" sldId="261"/>
            <ac:spMk id="2" creationId="{ADAF0DA4-6AA5-405F-B75C-896531870098}"/>
          </ac:spMkLst>
        </pc:spChg>
        <pc:spChg chg="del">
          <ac:chgData name="Diogo" userId="05538c10dffdc7a7" providerId="LiveId" clId="{01062F18-D461-41AB-85D0-DAF541BB26B7}" dt="2022-04-07T16:57:29.278" v="54" actId="22"/>
          <ac:spMkLst>
            <pc:docMk/>
            <pc:sldMk cId="44584410" sldId="261"/>
            <ac:spMk id="3" creationId="{B2C87145-8785-40B7-B82D-6A59A2BA845E}"/>
          </ac:spMkLst>
        </pc:spChg>
        <pc:picChg chg="add mod ord">
          <ac:chgData name="Diogo" userId="05538c10dffdc7a7" providerId="LiveId" clId="{01062F18-D461-41AB-85D0-DAF541BB26B7}" dt="2022-04-07T17:51:11.304" v="86" actId="1076"/>
          <ac:picMkLst>
            <pc:docMk/>
            <pc:sldMk cId="44584410" sldId="261"/>
            <ac:picMk id="5" creationId="{E8BC3B2F-CDFA-48A8-A3A0-6584A88978B1}"/>
          </ac:picMkLst>
        </pc:picChg>
        <pc:picChg chg="add mod">
          <ac:chgData name="Diogo" userId="05538c10dffdc7a7" providerId="LiveId" clId="{01062F18-D461-41AB-85D0-DAF541BB26B7}" dt="2022-04-07T17:51:12.021" v="87" actId="1076"/>
          <ac:picMkLst>
            <pc:docMk/>
            <pc:sldMk cId="44584410" sldId="261"/>
            <ac:picMk id="7" creationId="{866B7EC8-DC74-4A77-BAAA-48EEE5021069}"/>
          </ac:picMkLst>
        </pc:picChg>
      </pc:sldChg>
      <pc:sldChg chg="addSp delSp modSp new mod">
        <pc:chgData name="Diogo" userId="05538c10dffdc7a7" providerId="LiveId" clId="{01062F18-D461-41AB-85D0-DAF541BB26B7}" dt="2022-04-07T17:51:18.604" v="90" actId="20577"/>
        <pc:sldMkLst>
          <pc:docMk/>
          <pc:sldMk cId="3081345514" sldId="262"/>
        </pc:sldMkLst>
        <pc:spChg chg="mod">
          <ac:chgData name="Diogo" userId="05538c10dffdc7a7" providerId="LiveId" clId="{01062F18-D461-41AB-85D0-DAF541BB26B7}" dt="2022-04-07T17:51:18.604" v="90" actId="20577"/>
          <ac:spMkLst>
            <pc:docMk/>
            <pc:sldMk cId="3081345514" sldId="262"/>
            <ac:spMk id="2" creationId="{C37BAE50-E9B9-4E78-94A7-43D3258BB1CA}"/>
          </ac:spMkLst>
        </pc:spChg>
        <pc:spChg chg="del">
          <ac:chgData name="Diogo" userId="05538c10dffdc7a7" providerId="LiveId" clId="{01062F18-D461-41AB-85D0-DAF541BB26B7}" dt="2022-04-07T17:04:03.874" v="62" actId="22"/>
          <ac:spMkLst>
            <pc:docMk/>
            <pc:sldMk cId="3081345514" sldId="262"/>
            <ac:spMk id="3" creationId="{9C0725A3-1444-421A-8CD0-5F846A723FD1}"/>
          </ac:spMkLst>
        </pc:spChg>
        <pc:picChg chg="add mod ord">
          <ac:chgData name="Diogo" userId="05538c10dffdc7a7" providerId="LiveId" clId="{01062F18-D461-41AB-85D0-DAF541BB26B7}" dt="2022-04-07T17:51:14.578" v="88" actId="1076"/>
          <ac:picMkLst>
            <pc:docMk/>
            <pc:sldMk cId="3081345514" sldId="262"/>
            <ac:picMk id="5" creationId="{47FAE3CB-5A16-4968-B539-A288AFAE8D1E}"/>
          </ac:picMkLst>
        </pc:picChg>
        <pc:picChg chg="add mod">
          <ac:chgData name="Diogo" userId="05538c10dffdc7a7" providerId="LiveId" clId="{01062F18-D461-41AB-85D0-DAF541BB26B7}" dt="2022-04-07T17:51:15.522" v="89" actId="1076"/>
          <ac:picMkLst>
            <pc:docMk/>
            <pc:sldMk cId="3081345514" sldId="262"/>
            <ac:picMk id="7" creationId="{56C4BE0F-45B3-450D-9E2E-C9861745D89E}"/>
          </ac:picMkLst>
        </pc:picChg>
      </pc:sldChg>
      <pc:sldChg chg="addSp modSp new mod">
        <pc:chgData name="Diogo" userId="05538c10dffdc7a7" providerId="LiveId" clId="{01062F18-D461-41AB-85D0-DAF541BB26B7}" dt="2022-04-07T17:51:35.572" v="93" actId="1076"/>
        <pc:sldMkLst>
          <pc:docMk/>
          <pc:sldMk cId="2386678763" sldId="263"/>
        </pc:sldMkLst>
        <pc:spChg chg="mod">
          <ac:chgData name="Diogo" userId="05538c10dffdc7a7" providerId="LiveId" clId="{01062F18-D461-41AB-85D0-DAF541BB26B7}" dt="2022-04-07T17:51:33.263" v="92" actId="20577"/>
          <ac:spMkLst>
            <pc:docMk/>
            <pc:sldMk cId="2386678763" sldId="263"/>
            <ac:spMk id="2" creationId="{97A4DBE8-C33F-4E4E-8E2D-B0560B91C97A}"/>
          </ac:spMkLst>
        </pc:spChg>
        <pc:picChg chg="add mod">
          <ac:chgData name="Diogo" userId="05538c10dffdc7a7" providerId="LiveId" clId="{01062F18-D461-41AB-85D0-DAF541BB26B7}" dt="2022-04-07T17:51:35.572" v="93" actId="1076"/>
          <ac:picMkLst>
            <pc:docMk/>
            <pc:sldMk cId="2386678763" sldId="263"/>
            <ac:picMk id="5" creationId="{99D16F1B-3890-4629-A7A7-5F2778A528DB}"/>
          </ac:picMkLst>
        </pc:picChg>
      </pc:sldChg>
      <pc:sldChg chg="addSp delSp modSp new mod">
        <pc:chgData name="Diogo" userId="05538c10dffdc7a7" providerId="LiveId" clId="{01062F18-D461-41AB-85D0-DAF541BB26B7}" dt="2022-04-07T17:51:38.258" v="94" actId="20577"/>
        <pc:sldMkLst>
          <pc:docMk/>
          <pc:sldMk cId="2992069696" sldId="264"/>
        </pc:sldMkLst>
        <pc:spChg chg="mod">
          <ac:chgData name="Diogo" userId="05538c10dffdc7a7" providerId="LiveId" clId="{01062F18-D461-41AB-85D0-DAF541BB26B7}" dt="2022-04-07T17:51:38.258" v="94" actId="20577"/>
          <ac:spMkLst>
            <pc:docMk/>
            <pc:sldMk cId="2992069696" sldId="264"/>
            <ac:spMk id="2" creationId="{C05956C3-6055-4681-98E4-1E92DC35FE79}"/>
          </ac:spMkLst>
        </pc:spChg>
        <pc:spChg chg="del">
          <ac:chgData name="Diogo" userId="05538c10dffdc7a7" providerId="LiveId" clId="{01062F18-D461-41AB-85D0-DAF541BB26B7}" dt="2022-04-07T17:49:36.955" v="73" actId="22"/>
          <ac:spMkLst>
            <pc:docMk/>
            <pc:sldMk cId="2992069696" sldId="264"/>
            <ac:spMk id="3" creationId="{6D1661EF-6C59-4B83-921D-FFF9BBFEABF6}"/>
          </ac:spMkLst>
        </pc:spChg>
        <pc:picChg chg="add mod ord">
          <ac:chgData name="Diogo" userId="05538c10dffdc7a7" providerId="LiveId" clId="{01062F18-D461-41AB-85D0-DAF541BB26B7}" dt="2022-04-07T17:49:38.006" v="74" actId="1076"/>
          <ac:picMkLst>
            <pc:docMk/>
            <pc:sldMk cId="2992069696" sldId="264"/>
            <ac:picMk id="5" creationId="{8FC365A3-EBB1-4243-B971-0B95C5D5871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6C45-6544-4B7C-A198-1F3972045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0B20F-4773-4A14-9533-0E5698762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DDCBB-C467-434A-B26E-7F17E5DD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D33CC-44DA-46BB-8017-44C16420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9707E-8088-46F5-A84F-2E350C0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901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8D2D-5D15-4C29-8393-DFCFE54F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86B6-D176-4323-8D34-AB3980758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17A89-FB04-4174-A536-113C3847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CC6D-2BC7-4AFC-BBB8-4D8FF857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7E0EB-3C82-46C6-908F-404F3235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628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71EB-A025-41E5-ADCD-6614BEB3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4B238-098F-41EB-A0B0-E2B3D2B39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AE2C-B7AC-46AF-BB50-C27BEE56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20B0E-456A-4C37-8C79-E4B4CED7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97167-F320-4756-B6C2-8AE9777F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810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5E08-4D08-4687-B657-8D59603D2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56B39-0EAB-45EF-83E2-9DA7F899B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35603-E868-4282-8B27-64D3821ED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14892-ECAB-437D-870E-2F57452D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5239-EEB8-4DC7-BDB4-2CAA12497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604BB-1EF5-4F45-AEA7-228410D7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387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E57E-4694-43AB-89B0-13C90289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D46E9-1C3D-48D0-BA6D-44484EA54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B70C7-4F09-45AB-B83B-80CBBF9CA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7BB86-C132-4054-9B6D-795851153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B99AF-CB93-4A9F-9A8E-EDAC9F196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80B94-D078-4670-887A-F9EC4AB9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107BD-E755-47BB-B81B-E56EF5FD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68210-CB60-4575-9916-0CA440DD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68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F0AC-6E82-4388-B502-99074EEE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73A0D-8997-4EB5-A533-F97CAD96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40631-33B4-47F9-895A-7221B083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76ACB-18BC-4918-BB1D-880BF405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22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F734D-8FFA-4781-BA4E-709ED858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354D6-8F0B-4C04-B21A-D56350CB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19E70-AF80-414E-B434-3A18F8EE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467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387F-41FD-4FFC-A288-376E4FE8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F53E8-4C62-40D3-BB02-420C776BC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B95DE-C6AC-4780-B134-F2B8F2FC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C78A9-8ED6-42EC-9E75-9BB804EC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5CAF2-3FA0-4032-96AC-CD982ECD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8F5CC-3CFA-41F0-8432-90E1315B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246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9CAF-D295-438C-B5C4-448C2F9E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40209A-7391-4B00-AB03-912DC4592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99295-7871-4AE1-A452-D54920A63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CFAE3-70B7-4681-AB2A-59412BAF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1CFE-7C3B-477A-A4A7-04D85060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15C21-1B1F-4D30-8B93-B958297E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8777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8443-8D41-4F41-AABE-E0E31C53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448A0-8754-49AB-995E-9AF634D50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1D5B1-7541-45DB-B745-143F3392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97181-FB9D-41AD-BC38-D9E35BD9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DFD8C-92C2-4433-A5A8-6D7E6A73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474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3BE139-C9BF-41E7-9106-5FDBAA1E8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A7E57-4DE8-4D25-BA51-B4AF59CA3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8F165-708F-44EE-A285-874601397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B464F-9C06-4B8A-A99D-3DCEC37E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3445E-E5AE-4AB1-851A-DC220501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967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EC5C2-4AA6-437C-8E22-6FE70E78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5EC42-7B1E-40E1-ACAE-743332FA4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38A29-D4EB-41E4-BA1B-C70747140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C37E3-4C8E-405F-92FC-DC85A1FA2648}" type="datetimeFigureOut">
              <a:rPr lang="pt-PT" smtClean="0"/>
              <a:t>07/04/2022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0F09-B900-4634-853F-D976A65EC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67A74-B61B-494F-ACCD-36FDDBFCA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107FF-88A1-4800-B3C6-98E83CA35A4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357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E956-06B5-477C-B9D5-01DB434D4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Diogo Antunes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072AA-1686-4711-87F0-EF11AC6E1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588" y="3792818"/>
            <a:ext cx="9950824" cy="2568388"/>
          </a:xfrm>
        </p:spPr>
        <p:txBody>
          <a:bodyPr/>
          <a:lstStyle/>
          <a:p>
            <a:r>
              <a:rPr lang="pt-PT" dirty="0"/>
              <a:t>2018016615</a:t>
            </a:r>
          </a:p>
        </p:txBody>
      </p:sp>
    </p:spTree>
    <p:extLst>
      <p:ext uri="{BB962C8B-B14F-4D97-AF65-F5344CB8AC3E}">
        <p14:creationId xmlns:p14="http://schemas.microsoft.com/office/powerpoint/2010/main" val="378201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E322-474A-40F2-93D3-5FC4B080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1309C5-B5BF-44E3-B6E8-B97E8FFAD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371" y="1690688"/>
            <a:ext cx="409490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D5E705-DC90-4975-BCE0-957160ABB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532" y="1441404"/>
            <a:ext cx="5715268" cy="48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7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E9F1-4ED9-4B40-A4B5-97CA2759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49F54A4-5D08-460E-9887-49776FC59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386" y="1253331"/>
            <a:ext cx="5270733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46C24D-EE75-4262-B394-1735BDB73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0138"/>
            <a:ext cx="5218138" cy="457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3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5686-7A12-4375-BC83-6D3A06FC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97A04-143C-4D0A-AF68-18671C163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482" y="2070240"/>
            <a:ext cx="5791200" cy="36290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104C1B-248A-41C7-9660-6DCC0FB9B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241689"/>
            <a:ext cx="552450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8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D939-98C6-4C41-8CC9-ED6322CD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C49C9A-9F17-41FB-9849-B9AB00AC1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662" y="1757081"/>
            <a:ext cx="6235960" cy="407922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1AB23-539F-4221-966C-70E3055C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794" y="1690688"/>
            <a:ext cx="495300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16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0DA4-6AA5-405F-B75C-89653187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BC3B2F-CDFA-48A8-A3A0-6584A8897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250" y="1602955"/>
            <a:ext cx="548573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6B7EC8-DC74-4A77-BAAA-48EEE5021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019" y="1426696"/>
            <a:ext cx="5855073" cy="452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AE50-E9B9-4E78-94A7-43D3258B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FAE3CB-5A16-4968-B539-A288AFAE8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640" y="1690688"/>
            <a:ext cx="6436696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4BE0F-45B3-450D-9E2E-C9861745D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021" y="1968547"/>
            <a:ext cx="3429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4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DBE8-C33F-4E4E-8E2D-B0560B91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6378-A025-4D96-AAC3-CC981BAED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16F1B-3890-4629-A7A7-5F2778A5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813" y="301764"/>
            <a:ext cx="6704061" cy="580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7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56C3-6055-4681-98E4-1E92DC35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C365A3-EBB1-4243-B971-0B95C5D58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0123" y="1511861"/>
            <a:ext cx="8334532" cy="4351338"/>
          </a:xfrm>
        </p:spPr>
      </p:pic>
    </p:spTree>
    <p:extLst>
      <p:ext uri="{BB962C8B-B14F-4D97-AF65-F5344CB8AC3E}">
        <p14:creationId xmlns:p14="http://schemas.microsoft.com/office/powerpoint/2010/main" val="299206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11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Diogo Antunes</vt:lpstr>
      <vt:lpstr>1</vt:lpstr>
      <vt:lpstr>2</vt:lpstr>
      <vt:lpstr>2</vt:lpstr>
      <vt:lpstr>3</vt:lpstr>
      <vt:lpstr>3</vt:lpstr>
      <vt:lpstr>4</vt:lpstr>
      <vt:lpstr>4</vt:lpstr>
      <vt:lpstr>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Diogo</dc:creator>
  <cp:lastModifiedBy>Diogo</cp:lastModifiedBy>
  <cp:revision>6</cp:revision>
  <dcterms:created xsi:type="dcterms:W3CDTF">2022-04-07T15:31:57Z</dcterms:created>
  <dcterms:modified xsi:type="dcterms:W3CDTF">2022-04-07T17:51:41Z</dcterms:modified>
</cp:coreProperties>
</file>