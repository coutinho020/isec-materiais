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251D3-2607-3C88-15CB-AE6D7DF60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8FDC36-7602-C601-5A32-2E1E225A5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1B4D4-B630-DDBD-F8BB-98BEFBC5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6640-463C-4AA6-BF50-DD5F82FC72D9}" type="datetimeFigureOut">
              <a:rPr lang="pt-PT" smtClean="0"/>
              <a:t>30/06/2022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AD9A1-DD85-E9BA-1A6C-142493FC8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1FDBF-20BD-D50B-6003-942C3CC5B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5332F-7025-4E60-A170-B7768593801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30711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7F7F7-6C07-F169-8283-C104E1577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CE0DF-0BA2-ABF1-802C-03842EDEF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3E1F8-B6D0-B3A6-739C-419A2F0C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6640-463C-4AA6-BF50-DD5F82FC72D9}" type="datetimeFigureOut">
              <a:rPr lang="pt-PT" smtClean="0"/>
              <a:t>30/06/2022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A8450-C74B-ADB8-5B07-0E25D8B4B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A3B41-1FB1-08D4-551C-71E11AEB1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5332F-7025-4E60-A170-B7768593801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18996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DFD13-2D63-F423-5359-0B9285D41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B2F6E-0130-9C24-C461-1AA26692B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0C337-5A4F-50DF-E51D-2BE636C1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6640-463C-4AA6-BF50-DD5F82FC72D9}" type="datetimeFigureOut">
              <a:rPr lang="pt-PT" smtClean="0"/>
              <a:t>30/06/2022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11DC4-5B5E-8550-CF28-689017203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FF5C1-7D68-F122-CDA6-0ED6BA05E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5332F-7025-4E60-A170-B7768593801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77072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70D47-EDA6-197E-3161-1BF2B355B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48B78-DD1E-D8A8-3BC2-05844E4484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6CB45-3DC6-ECD7-044A-AB0E0BB8B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563B9-74AC-07BC-E317-A8E242C51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6640-463C-4AA6-BF50-DD5F82FC72D9}" type="datetimeFigureOut">
              <a:rPr lang="pt-PT" smtClean="0"/>
              <a:t>30/06/2022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B9BC6-34A9-A2D9-A21C-A39B57CAA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BAE46-3D70-91BD-3B83-E2CC23E6A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5332F-7025-4E60-A170-B7768593801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97744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B89E8-0323-1181-E8DB-BFB3F634B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A7B00-73AC-02AF-02A9-208203799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1B037-B72D-3D6E-0D00-93BAB42C3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5462E0-4298-E5AB-D479-DAE2C4C23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E9264B-ED33-2428-FCA9-EC41EE95AF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2D40CA-294E-75B3-67CD-4232A4EE7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6640-463C-4AA6-BF50-DD5F82FC72D9}" type="datetimeFigureOut">
              <a:rPr lang="pt-PT" smtClean="0"/>
              <a:t>30/06/2022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09E854-EE44-2E39-81E0-67EF4CEA8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5C1B81-2409-A9CF-8EA5-3DEA38598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5332F-7025-4E60-A170-B7768593801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61286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30D31-C77F-54D0-D8EC-B1188EF1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9BE7FF-79FC-22DE-454B-90A78A23A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6640-463C-4AA6-BF50-DD5F82FC72D9}" type="datetimeFigureOut">
              <a:rPr lang="pt-PT" smtClean="0"/>
              <a:t>30/06/2022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90691-0EAE-1072-99EB-B56167A0E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9AE740-E4A9-FFF7-9054-B3DF8A7B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5332F-7025-4E60-A170-B7768593801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32040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7A5907-5234-C01D-00B4-CB51CA058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6640-463C-4AA6-BF50-DD5F82FC72D9}" type="datetimeFigureOut">
              <a:rPr lang="pt-PT" smtClean="0"/>
              <a:t>30/06/2022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081652-201A-0860-0A75-984458EE6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1BDB0-4942-F1C9-BFE0-2C5E082A1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5332F-7025-4E60-A170-B7768593801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38211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CFFDE-942E-1F90-93D6-C0AFF7DD7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A5DA6-E34A-2FF6-C0DB-ED66A7EFC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A20D0-A4ED-8DFD-9327-1B270AAE2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5CD22-C95D-496B-8638-AEC367B38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6640-463C-4AA6-BF50-DD5F82FC72D9}" type="datetimeFigureOut">
              <a:rPr lang="pt-PT" smtClean="0"/>
              <a:t>30/06/2022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E239E-A2AE-940B-6F0C-98C322827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B88D1-026E-C4EC-8DDF-2919733E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5332F-7025-4E60-A170-B7768593801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0221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18546-7232-4BFA-7104-571ABEE13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421731-804A-5316-0EA3-B07E2AD74E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211AC-365B-E001-FDB3-87EBFCCA2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4AB45-DA51-6B65-73A5-A903E5D21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6640-463C-4AA6-BF50-DD5F82FC72D9}" type="datetimeFigureOut">
              <a:rPr lang="pt-PT" smtClean="0"/>
              <a:t>30/06/2022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633C-6A47-8575-F4D6-143C4E811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A9ECE-5767-FD76-CEC5-174FE6A57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5332F-7025-4E60-A170-B7768593801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8654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18F6-0FCF-BD9F-501C-8F8DFF148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343102-0946-DBF2-9485-5CC40982A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80F74-1A8A-AAAC-8E1F-CA01C9726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6640-463C-4AA6-BF50-DD5F82FC72D9}" type="datetimeFigureOut">
              <a:rPr lang="pt-PT" smtClean="0"/>
              <a:t>30/06/2022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70DBA-F649-A51B-6C2C-DB080F3AC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1172B-6DF5-773D-887C-0925F760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5332F-7025-4E60-A170-B7768593801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1067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473896-6C31-7509-FE2A-746880174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212F8F-A954-BB36-2BEA-B3B9431C6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7378-DA4B-5F26-63DD-AD9DDC7D8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06640-463C-4AA6-BF50-DD5F82FC72D9}" type="datetimeFigureOut">
              <a:rPr lang="pt-PT" smtClean="0"/>
              <a:t>30/06/2022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B50F1-7F59-5B76-4D55-200282969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8A16C-7055-C945-54B1-E087F2FD3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5332F-7025-4E60-A170-B7768593801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63892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E7F3E5-655C-24B7-5EF4-9CCC34927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E23DD-107A-18EA-D347-6360BB2C6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75BDE-2F8F-EFA7-E619-A52AD233A6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06640-463C-4AA6-BF50-DD5F82FC72D9}" type="datetimeFigureOut">
              <a:rPr lang="pt-PT" smtClean="0"/>
              <a:t>30/06/2022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1E23-4B3F-CFE5-8BD9-2A4F0F59E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2B26-1E60-76B1-639A-1CF4AD86A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5332F-7025-4E60-A170-B77685938012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3734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65A32-F66B-50E8-29CE-68409E1783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Diogo Antunes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A4160E-EC0E-C8E0-E4C6-3912EECA8B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2018016615</a:t>
            </a:r>
          </a:p>
        </p:txBody>
      </p:sp>
    </p:spTree>
    <p:extLst>
      <p:ext uri="{BB962C8B-B14F-4D97-AF65-F5344CB8AC3E}">
        <p14:creationId xmlns:p14="http://schemas.microsoft.com/office/powerpoint/2010/main" val="4038469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BBA2-A1F0-4E32-3D6E-6545AC91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7AA790-9E5A-3C93-2D2C-EBB44BEC2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369" y="1807695"/>
            <a:ext cx="4245380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7CFCA7-D83C-54E1-6DCF-13A0704DB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38462"/>
            <a:ext cx="4365812" cy="439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090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B39E3-F518-7E2A-8D97-561E623A0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36EC7F-DF63-20F4-D1E6-1F10F660C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4878" y="1951131"/>
            <a:ext cx="4329725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FE2A5B-6038-5F1C-2AB2-3C2EEB9AA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1860073"/>
            <a:ext cx="4464424" cy="444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07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4083-616A-EC29-6371-05BC95FAC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E91091-B816-9637-ECE6-AE4F479C1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916" y="1888378"/>
            <a:ext cx="4322710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243490-9C6B-E652-0C8D-759765D68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88378"/>
            <a:ext cx="4344159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12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62737-3762-076F-6FF3-500147245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003BC8-8021-2C1E-B863-44F3D25D77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6825" y="2067672"/>
            <a:ext cx="4308608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B10AA2-9233-BAC4-7739-6068705A2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556" y="1964297"/>
            <a:ext cx="432271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250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B2E67-025D-92E6-C12A-FA96DE3D7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3 - 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063CDA-31CF-8B7D-C31B-031D9EFCF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5592" y="1961309"/>
            <a:ext cx="2609850" cy="18954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3E7525-30A6-4BDE-77B1-9EA490511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881" y="1344803"/>
            <a:ext cx="5258080" cy="41683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349C5B-D6E7-2D35-D772-2A7B699C1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9925" y="2581976"/>
            <a:ext cx="2998853" cy="395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755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05ED2-794B-B4C2-75F2-DB7923443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3 - 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984710-859D-28F8-A356-8213AA8AA0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546" y="1945341"/>
            <a:ext cx="4234625" cy="3397904"/>
          </a:xfrm>
        </p:spPr>
      </p:pic>
    </p:spTree>
    <p:extLst>
      <p:ext uri="{BB962C8B-B14F-4D97-AF65-F5344CB8AC3E}">
        <p14:creationId xmlns:p14="http://schemas.microsoft.com/office/powerpoint/2010/main" val="3280656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903D5-0132-1EA0-3F00-068D3038F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3 - 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12D0E5-D479-8D6F-220E-01462D2A6A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24016"/>
            <a:ext cx="5486400" cy="4762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B8EBC6-6E36-9851-B39B-4397500E9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31" y="2833594"/>
            <a:ext cx="4749478" cy="36377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77B29C-518B-A2EE-70A8-688100A56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39308"/>
            <a:ext cx="5486400" cy="465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75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FBD9-61A1-9359-ED57-33EFC9D8E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3 - 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4E189F-5A50-4217-3BB5-B8DE5DFFB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564" y="1567305"/>
            <a:ext cx="5832942" cy="260795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904053-CD99-8CF5-866F-A4C77260B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56" y="4739269"/>
            <a:ext cx="5581650" cy="638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C334D4-504C-5DA8-E455-EAB112575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090" y="1511113"/>
            <a:ext cx="4429966" cy="383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72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1BBD-7B3C-ADD1-C156-DB8B1DD1F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3 - 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660E913-0D1E-10E7-E5F9-4BF20A680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445" y="1963270"/>
            <a:ext cx="4978804" cy="4088186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092956-C1D7-4BB1-7304-0A4F92D70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678" y="2575806"/>
            <a:ext cx="6633322" cy="131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812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01021-E9B6-5866-A424-17D934A69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3 - 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A41128-6D10-4BB6-5278-0B96B33D2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4412" y="1798731"/>
            <a:ext cx="6759360" cy="4351338"/>
          </a:xfrm>
        </p:spPr>
      </p:pic>
    </p:spTree>
    <p:extLst>
      <p:ext uri="{BB962C8B-B14F-4D97-AF65-F5344CB8AC3E}">
        <p14:creationId xmlns:p14="http://schemas.microsoft.com/office/powerpoint/2010/main" val="2694194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A8F1-B95D-23D3-551B-B59743499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4 - 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BE90E2-9C23-4188-9AF6-D51F714B3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47268"/>
            <a:ext cx="4867275" cy="38004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BB5EA1-569A-7610-C985-98B2A2B5D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247" y="1690688"/>
            <a:ext cx="3571315" cy="40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618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E60F3-B49C-D088-E302-5B3369988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4 - 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BCA3A5-33D1-20E6-12EE-F84090B0BE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754" y="2581835"/>
            <a:ext cx="4234232" cy="3282156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4CBD1A-16E9-3EF6-C84E-2630276AD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915" y="2339787"/>
            <a:ext cx="6007885" cy="306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866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4E373-ED4B-493F-C22A-56B6BE08D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4 - 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D5B5B9-997E-EC7C-5F91-4CD9908116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651" y="2510116"/>
            <a:ext cx="5071212" cy="376499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FD5839-E7B2-441B-637D-2389CE6D1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10116"/>
            <a:ext cx="4176993" cy="359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891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Widescreen</PresentationFormat>
  <Paragraphs>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Diogo Antunes</vt:lpstr>
      <vt:lpstr>Pergunta 1</vt:lpstr>
      <vt:lpstr>Pergunta 1</vt:lpstr>
      <vt:lpstr>Pergunta 2</vt:lpstr>
      <vt:lpstr>Pergunta 2</vt:lpstr>
      <vt:lpstr>Pergunta 3 - a</vt:lpstr>
      <vt:lpstr>Pergunta 3 - a</vt:lpstr>
      <vt:lpstr>Pergunta 3 - b</vt:lpstr>
      <vt:lpstr>Pergunta 3 - c</vt:lpstr>
      <vt:lpstr>Pergunta 3 - d</vt:lpstr>
      <vt:lpstr>Pergunta 3 - e</vt:lpstr>
      <vt:lpstr>Pergunta 4 - a</vt:lpstr>
      <vt:lpstr>Pergunta 4 - b</vt:lpstr>
      <vt:lpstr>Pergunta 4 - 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Diogo Antunes</dc:title>
  <dc:creator>Diogo</dc:creator>
  <cp:lastModifiedBy>Diogo</cp:lastModifiedBy>
  <cp:revision>1</cp:revision>
  <dcterms:created xsi:type="dcterms:W3CDTF">2022-06-30T17:50:44Z</dcterms:created>
  <dcterms:modified xsi:type="dcterms:W3CDTF">2022-06-30T17:51:20Z</dcterms:modified>
</cp:coreProperties>
</file>