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6F3E7-33B5-93D6-EF6A-7E41A6F673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72B2AE-5A18-C898-6C77-B61EA6799D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082FB-965D-151A-37AC-22EAD151C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F498-6C66-4204-ACE1-584123889E3D}" type="datetimeFigureOut">
              <a:rPr lang="pt-PT" smtClean="0"/>
              <a:t>19/12/2022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F9412-AB5B-AC10-F93F-3C2E7B121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DE0C81-A6E5-0842-76B5-AB9348E93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CEF0D-4BD1-4D19-8C8E-32971B2877C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76841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6C719-9684-C6A6-1306-38504FE09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AC471-18D0-7A42-1ACD-9C031D352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FAFEC-C85D-E0EF-B2D2-15E573AD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F498-6C66-4204-ACE1-584123889E3D}" type="datetimeFigureOut">
              <a:rPr lang="pt-PT" smtClean="0"/>
              <a:t>19/12/2022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4BC2F-8437-B1AD-ED1D-99872947F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A191E-59ED-8A11-CB17-3C64EB8F7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CEF0D-4BD1-4D19-8C8E-32971B2877C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39041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07051-1385-455B-AE5B-A949126D3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407890-90F2-A53C-E770-BF2AEAC4F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BD587-49E0-D37D-85E0-932C5A76F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F498-6C66-4204-ACE1-584123889E3D}" type="datetimeFigureOut">
              <a:rPr lang="pt-PT" smtClean="0"/>
              <a:t>19/12/2022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6DD83-F295-8779-CB99-08B370BCA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FF8D9-843A-3C99-10D2-A5B514FA8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CEF0D-4BD1-4D19-8C8E-32971B2877C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3278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B6750-AE28-7E16-BB0B-A12E6A20D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6F684-1DDD-D703-0CA3-D23923EB7C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C99C6-D8DF-7699-24AA-A47B69F022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76E5EB-AAE1-46EF-CDC0-21F19C570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F498-6C66-4204-ACE1-584123889E3D}" type="datetimeFigureOut">
              <a:rPr lang="pt-PT" smtClean="0"/>
              <a:t>19/12/2022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FF144-0701-93DF-7B3D-75EAB4519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D25022-9EC9-A80B-7E30-B3D9B07D0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CEF0D-4BD1-4D19-8C8E-32971B2877C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93341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EF214-9353-DF5F-4483-C4A348AD9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5D1EEF-13BD-84A6-08D3-3C9513AB5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9B8290-4570-C9C1-7839-608694607E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861296-6A93-D9B5-F55E-D90D1061D6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5BBAA7-B327-75EA-1FBD-0CA3E51C13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F5F0BD-7665-D912-1B78-E3E4F46F4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F498-6C66-4204-ACE1-584123889E3D}" type="datetimeFigureOut">
              <a:rPr lang="pt-PT" smtClean="0"/>
              <a:t>19/12/2022</a:t>
            </a:fld>
            <a:endParaRPr lang="pt-P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3B132-A114-4DC2-D560-789DACC06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5F9E3D-D69D-4824-7F88-90764A663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CEF0D-4BD1-4D19-8C8E-32971B2877C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73554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13001-AF5A-5661-6EA7-5F596F2AC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9E682D-3EF3-C44C-17DD-F6946E62A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F498-6C66-4204-ACE1-584123889E3D}" type="datetimeFigureOut">
              <a:rPr lang="pt-PT" smtClean="0"/>
              <a:t>19/12/2022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B68E51-6C5E-C4B0-E608-0C61F8E3D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2915B4-9051-816C-444B-0FC92F124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CEF0D-4BD1-4D19-8C8E-32971B2877C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96518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589ADD-53DC-E67C-9593-C40FB1172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F498-6C66-4204-ACE1-584123889E3D}" type="datetimeFigureOut">
              <a:rPr lang="pt-PT" smtClean="0"/>
              <a:t>19/12/2022</a:t>
            </a:fld>
            <a:endParaRPr lang="pt-P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E3E8E-C9DE-188E-0472-248BA68CF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D81ED-B052-5BBD-A37A-4FCBE58AA0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CEF0D-4BD1-4D19-8C8E-32971B2877C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76805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C903-401B-B518-1C21-DB644858D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49A83-D966-C4B6-7E47-27ED00358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CE6033-201A-21A6-527A-B8602709D3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A98940-F0B8-9A1E-E9E0-B772CE955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F498-6C66-4204-ACE1-584123889E3D}" type="datetimeFigureOut">
              <a:rPr lang="pt-PT" smtClean="0"/>
              <a:t>19/12/2022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AF014F-3ABE-A2D7-104F-F1DB82701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34D2B7-D177-C6C7-3B8C-A970F6088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CEF0D-4BD1-4D19-8C8E-32971B2877C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28278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08E33-5CA1-62F6-E2F6-97EEF8D4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13BFD7-F0CB-D1A7-89BC-ED24C1F0A3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3748F6-1ABF-AC8B-1819-F651A90636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03D625-6094-66A9-0015-FA7A85ED0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F498-6C66-4204-ACE1-584123889E3D}" type="datetimeFigureOut">
              <a:rPr lang="pt-PT" smtClean="0"/>
              <a:t>19/12/2022</a:t>
            </a:fld>
            <a:endParaRPr lang="pt-P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769031-E938-2036-7C94-BEE9DEBFE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BCFC43-7F5A-81E0-1951-51357589D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CEF0D-4BD1-4D19-8C8E-32971B2877C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85205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E9543-F5A4-7AF3-00C0-D2F7832D6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30D0E4-2BA8-A609-8261-67CD401F3D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B8F8B-A311-8C35-5ABC-DA376A9DA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F498-6C66-4204-ACE1-584123889E3D}" type="datetimeFigureOut">
              <a:rPr lang="pt-PT" smtClean="0"/>
              <a:t>19/12/2022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798D6-CB30-EAF2-BFC3-7F159F8CC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2A565-5B4D-D730-5871-B0C74D569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CEF0D-4BD1-4D19-8C8E-32971B2877C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8187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823D1D-DEAB-455F-4B69-6F4F28A5B3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5A233F-D45D-6039-5014-8278AF4133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1C5E9-3192-6D8D-0E92-88288C82D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AF498-6C66-4204-ACE1-584123889E3D}" type="datetimeFigureOut">
              <a:rPr lang="pt-PT" smtClean="0"/>
              <a:t>19/12/2022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4B1091-E10C-A943-5EA4-2108FD83B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14816D-35D7-DDDD-1BF2-8BA94F957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CEF0D-4BD1-4D19-8C8E-32971B2877C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58806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0F3197-BE05-FA33-5C25-F7F465622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AED853-DBA4-9E1D-9503-05F807B89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D06A3-9F9C-661F-8300-ABA5B5C530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FAF498-6C66-4204-ACE1-584123889E3D}" type="datetimeFigureOut">
              <a:rPr lang="pt-PT" smtClean="0"/>
              <a:t>19/12/2022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966E0-073C-88D9-50F4-DBA2B34D92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44F10-8D99-8141-2336-A5CC53104E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3CEF0D-4BD1-4D19-8C8E-32971B2877C5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91283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58C1A-618E-271F-7E61-7022A78006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PT" dirty="0"/>
              <a:t>Diogo Antunes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0C41B7-24E5-851A-E44A-877058F869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PT" dirty="0"/>
              <a:t>2018016615</a:t>
            </a:r>
          </a:p>
        </p:txBody>
      </p:sp>
    </p:spTree>
    <p:extLst>
      <p:ext uri="{BB962C8B-B14F-4D97-AF65-F5344CB8AC3E}">
        <p14:creationId xmlns:p14="http://schemas.microsoft.com/office/powerpoint/2010/main" val="17977601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F0D6D-FDD7-BAFB-B9EA-97930E932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1)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408250-750F-59A0-500E-DB51E4E1C0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1731" y="1946695"/>
            <a:ext cx="4886325" cy="371475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99A6D7-3C45-B3D0-D1BC-26A2AAEE0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361" y="1654221"/>
            <a:ext cx="3837904" cy="400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429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65CE4-ED6C-2EC9-F87C-15C7DAB89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2)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58A2D09-F251-BE1C-4ACB-D65F2DF509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4606" y="1551128"/>
            <a:ext cx="6477000" cy="222885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3C4E4C1-58E9-4C02-ADE1-95115553C0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113" y="3896318"/>
            <a:ext cx="5757582" cy="259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456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B92DB-89EE-1570-EB58-2BA2D8BB7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3)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EC252E-9614-4795-E88B-08CC19DB8C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2780" y="2087609"/>
            <a:ext cx="8905875" cy="3343275"/>
          </a:xfrm>
        </p:spPr>
      </p:pic>
    </p:spTree>
    <p:extLst>
      <p:ext uri="{BB962C8B-B14F-4D97-AF65-F5344CB8AC3E}">
        <p14:creationId xmlns:p14="http://schemas.microsoft.com/office/powerpoint/2010/main" val="1503816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F60F4-FEC9-F9AB-FB77-A5F37E7E9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4)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CCDB6A0-E0E8-8F2D-80AB-FC31F6F7A3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304" y="1430712"/>
            <a:ext cx="3883156" cy="4351338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FBB2A2-E83A-F12D-04CE-D57DEFEC6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7914" y="365125"/>
            <a:ext cx="4561270" cy="37651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B1BA643-96BF-584E-C68F-AA32DE92B9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8006" y="3186953"/>
            <a:ext cx="4204017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16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0630A-0E0A-4965-C539-1F8A0F07F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4)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1B4B8B-5DD6-D30A-DF4E-0E7C7F6247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294" y="1479176"/>
            <a:ext cx="4858411" cy="336204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3A8AD1-C449-ECF1-C277-4F53C7BCC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5632" y="2287402"/>
            <a:ext cx="3748665" cy="37279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F257E8-311C-3148-B52F-F64FFD0785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2047" y="2276196"/>
            <a:ext cx="4236383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213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05B9-F24E-B4AC-67E3-B2EEB41D9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5)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D3DE04B-B56A-A229-7187-8B7FD29AB2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779" y="1690688"/>
            <a:ext cx="5738088" cy="4351338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845E96-43D2-1CF6-66EB-5184F3781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0135" y="1722064"/>
            <a:ext cx="5396753" cy="4073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5639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F1BD6-2A8B-1119-1BD8-445389742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6)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6DCF62-3736-9856-3B83-6B04B59A09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943" y="1338590"/>
            <a:ext cx="4384720" cy="277873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7D96AA-F9E4-BB27-60E6-0EBFD5A3A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2920" y="1184183"/>
            <a:ext cx="5629275" cy="24669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43822C-4B79-098C-DEB8-ADCC5DD695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678" y="3900856"/>
            <a:ext cx="4600855" cy="2957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45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080CF-C46B-5845-2282-FF43B741A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6)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0CF92E-A16E-AA65-8E6B-DB97923DA3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61246"/>
            <a:ext cx="6551338" cy="3567767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767D66-C793-05FF-87F0-612F3CFC1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929" y="1555497"/>
            <a:ext cx="4958995" cy="373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515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A7C26-2AE6-205C-276B-AF2217080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7)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8F264D-35D2-D040-75B5-312E0FAC3D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509" y="1990164"/>
            <a:ext cx="5947378" cy="407025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029AA5-52CF-972D-9BE8-4465A9584F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234" y="1990163"/>
            <a:ext cx="5341228" cy="4070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641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18DEC-4ACC-C858-3F65-3AAE15D82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8)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F95A4C-EA2D-CDBC-4331-F7A71DDA58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472" y="2133945"/>
            <a:ext cx="4233023" cy="3211541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B7F77DE-1513-609D-5EA4-875805C310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9414" y="1766047"/>
            <a:ext cx="4032634" cy="3738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6760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48C1A-0C5E-067B-3D52-36ACE6106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8)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CDE202-0315-5A53-DDED-E876D335A5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858" y="1346521"/>
            <a:ext cx="7829271" cy="286936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624F3F-C0EC-9470-3F6F-F0EB1F1BC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375" y="3849260"/>
            <a:ext cx="7038415" cy="269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2028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F55F6-639B-2D81-B52F-CC8C768FD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9)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0490F4-2745-170A-09A5-6F852EA2A6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271" y="1753907"/>
            <a:ext cx="5480518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840B503-2B80-E99F-FEF6-3DFB0DE49A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90688"/>
            <a:ext cx="549492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14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3B4CF-BF0F-F297-AB66-ABF54AF36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10)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392738-39EF-B394-CA41-4758795442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7139" y="1581384"/>
            <a:ext cx="5476875" cy="120015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684E58-1BAB-1E9E-8890-3C7FE4B9FD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646" y="3219730"/>
            <a:ext cx="5991225" cy="23907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11218C-D32E-AC20-38F0-BFB99EB793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042" y="1183339"/>
            <a:ext cx="5619312" cy="4878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383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82B43-46BE-FAE6-3EB8-07C57E61D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11)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FFC5960-807A-6C43-4F50-FFEB05BCCC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121" y="2115671"/>
            <a:ext cx="4614700" cy="329032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5FD536-40C8-4917-1366-46F38D189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495" y="2036081"/>
            <a:ext cx="4202485" cy="3616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425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E8839-F9D8-8C46-B167-4BF597507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12)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227FE9B-F7CB-D8D3-07DA-6A266C90FF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407" y="2088776"/>
            <a:ext cx="5511921" cy="3917857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5E15E3-F40B-F56D-DCB2-51942C378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1793781"/>
            <a:ext cx="5562600" cy="1495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BE18A30-AEA0-BC6D-3C4B-D7CFE3084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6940" y="3568795"/>
            <a:ext cx="4189319" cy="2581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9851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DF236-3A13-5EE7-01E0-8D182E5F8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12)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0CE399-B5BA-54D6-C7A2-45C90BB7EA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195" y="1886975"/>
            <a:ext cx="6431616" cy="3807015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27D879-2E2C-407B-F8E4-47D0DE2BB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6028" y="365125"/>
            <a:ext cx="3981450" cy="566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103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Microsoft Office PowerPoint</Application>
  <PresentationFormat>Widescreen</PresentationFormat>
  <Paragraphs>18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Diogo Antunes</vt:lpstr>
      <vt:lpstr>1)</vt:lpstr>
      <vt:lpstr>2)</vt:lpstr>
      <vt:lpstr>3)</vt:lpstr>
      <vt:lpstr>4)</vt:lpstr>
      <vt:lpstr>4)</vt:lpstr>
      <vt:lpstr>5)</vt:lpstr>
      <vt:lpstr>6)</vt:lpstr>
      <vt:lpstr>6)</vt:lpstr>
      <vt:lpstr>7)</vt:lpstr>
      <vt:lpstr>8)</vt:lpstr>
      <vt:lpstr>8)</vt:lpstr>
      <vt:lpstr>9)</vt:lpstr>
      <vt:lpstr>10)</vt:lpstr>
      <vt:lpstr>11)</vt:lpstr>
      <vt:lpstr>12)</vt:lpstr>
      <vt:lpstr>12)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Diogo Antunes</dc:title>
  <dc:creator>Diogo</dc:creator>
  <cp:lastModifiedBy>Diogo</cp:lastModifiedBy>
  <cp:revision>1</cp:revision>
  <dcterms:created xsi:type="dcterms:W3CDTF">2022-12-19T16:44:40Z</dcterms:created>
  <dcterms:modified xsi:type="dcterms:W3CDTF">2022-12-19T16:44:56Z</dcterms:modified>
</cp:coreProperties>
</file>