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" userId="05538c10dffdc7a7" providerId="LiveId" clId="{D5407B03-01D8-4EAB-81D0-5365B4953EC0}"/>
    <pc:docChg chg="custSel addSld modSld">
      <pc:chgData name="Diogo" userId="05538c10dffdc7a7" providerId="LiveId" clId="{D5407B03-01D8-4EAB-81D0-5365B4953EC0}" dt="2022-10-31T16:40:47.471" v="164" actId="22"/>
      <pc:docMkLst>
        <pc:docMk/>
      </pc:docMkLst>
      <pc:sldChg chg="modSp mod">
        <pc:chgData name="Diogo" userId="05538c10dffdc7a7" providerId="LiveId" clId="{D5407B03-01D8-4EAB-81D0-5365B4953EC0}" dt="2022-10-31T15:11:42.077" v="27" actId="20577"/>
        <pc:sldMkLst>
          <pc:docMk/>
          <pc:sldMk cId="469582811" sldId="256"/>
        </pc:sldMkLst>
        <pc:spChg chg="mod">
          <ac:chgData name="Diogo" userId="05538c10dffdc7a7" providerId="LiveId" clId="{D5407B03-01D8-4EAB-81D0-5365B4953EC0}" dt="2022-10-31T15:11:36.389" v="12" actId="20577"/>
          <ac:spMkLst>
            <pc:docMk/>
            <pc:sldMk cId="469582811" sldId="256"/>
            <ac:spMk id="2" creationId="{FC1604B3-FD89-39F5-85A8-6791958CE8B2}"/>
          </ac:spMkLst>
        </pc:spChg>
        <pc:spChg chg="mod">
          <ac:chgData name="Diogo" userId="05538c10dffdc7a7" providerId="LiveId" clId="{D5407B03-01D8-4EAB-81D0-5365B4953EC0}" dt="2022-10-31T15:11:42.077" v="27" actId="20577"/>
          <ac:spMkLst>
            <pc:docMk/>
            <pc:sldMk cId="469582811" sldId="256"/>
            <ac:spMk id="3" creationId="{3E7E1899-FB21-BC36-E42C-B72764048BBB}"/>
          </ac:spMkLst>
        </pc:spChg>
      </pc:sldChg>
      <pc:sldChg chg="addSp delSp modSp new mod">
        <pc:chgData name="Diogo" userId="05538c10dffdc7a7" providerId="LiveId" clId="{D5407B03-01D8-4EAB-81D0-5365B4953EC0}" dt="2022-10-31T15:21:54.388" v="31" actId="22"/>
        <pc:sldMkLst>
          <pc:docMk/>
          <pc:sldMk cId="746716623" sldId="257"/>
        </pc:sldMkLst>
        <pc:spChg chg="mod">
          <ac:chgData name="Diogo" userId="05538c10dffdc7a7" providerId="LiveId" clId="{D5407B03-01D8-4EAB-81D0-5365B4953EC0}" dt="2022-10-31T15:11:55.863" v="30" actId="20577"/>
          <ac:spMkLst>
            <pc:docMk/>
            <pc:sldMk cId="746716623" sldId="257"/>
            <ac:spMk id="2" creationId="{4FA2CDDB-8283-0B91-A9D2-B956D5635A22}"/>
          </ac:spMkLst>
        </pc:spChg>
        <pc:spChg chg="del">
          <ac:chgData name="Diogo" userId="05538c10dffdc7a7" providerId="LiveId" clId="{D5407B03-01D8-4EAB-81D0-5365B4953EC0}" dt="2022-10-31T15:21:54.388" v="31" actId="22"/>
          <ac:spMkLst>
            <pc:docMk/>
            <pc:sldMk cId="746716623" sldId="257"/>
            <ac:spMk id="3" creationId="{69259B7E-A6F3-3051-A9F2-13A3089CAACA}"/>
          </ac:spMkLst>
        </pc:spChg>
        <pc:picChg chg="add mod ord">
          <ac:chgData name="Diogo" userId="05538c10dffdc7a7" providerId="LiveId" clId="{D5407B03-01D8-4EAB-81D0-5365B4953EC0}" dt="2022-10-31T15:21:54.388" v="31" actId="22"/>
          <ac:picMkLst>
            <pc:docMk/>
            <pc:sldMk cId="746716623" sldId="257"/>
            <ac:picMk id="5" creationId="{CDF84FA3-A936-CD3F-FBB6-12503AF2ACCA}"/>
          </ac:picMkLst>
        </pc:picChg>
      </pc:sldChg>
      <pc:sldChg chg="addSp delSp modSp new mod">
        <pc:chgData name="Diogo" userId="05538c10dffdc7a7" providerId="LiveId" clId="{D5407B03-01D8-4EAB-81D0-5365B4953EC0}" dt="2022-10-31T15:35:17.162" v="42" actId="1076"/>
        <pc:sldMkLst>
          <pc:docMk/>
          <pc:sldMk cId="1763408019" sldId="258"/>
        </pc:sldMkLst>
        <pc:spChg chg="mod">
          <ac:chgData name="Diogo" userId="05538c10dffdc7a7" providerId="LiveId" clId="{D5407B03-01D8-4EAB-81D0-5365B4953EC0}" dt="2022-10-31T15:22:06.527" v="34" actId="20577"/>
          <ac:spMkLst>
            <pc:docMk/>
            <pc:sldMk cId="1763408019" sldId="258"/>
            <ac:spMk id="2" creationId="{0C41C5D4-0777-F6D3-DC3A-E8F473BF9A21}"/>
          </ac:spMkLst>
        </pc:spChg>
        <pc:spChg chg="del">
          <ac:chgData name="Diogo" userId="05538c10dffdc7a7" providerId="LiveId" clId="{D5407B03-01D8-4EAB-81D0-5365B4953EC0}" dt="2022-10-31T15:23:45.391" v="35" actId="22"/>
          <ac:spMkLst>
            <pc:docMk/>
            <pc:sldMk cId="1763408019" sldId="258"/>
            <ac:spMk id="3" creationId="{A1DE2B5A-D58D-5708-1DD2-D8B89B7DB4B5}"/>
          </ac:spMkLst>
        </pc:spChg>
        <pc:spChg chg="add del mod">
          <ac:chgData name="Diogo" userId="05538c10dffdc7a7" providerId="LiveId" clId="{D5407B03-01D8-4EAB-81D0-5365B4953EC0}" dt="2022-10-31T15:25:04.923" v="39" actId="22"/>
          <ac:spMkLst>
            <pc:docMk/>
            <pc:sldMk cId="1763408019" sldId="258"/>
            <ac:spMk id="7" creationId="{689AD700-62E5-839B-9A56-010D438EF91B}"/>
          </ac:spMkLst>
        </pc:spChg>
        <pc:picChg chg="add del mod ord">
          <ac:chgData name="Diogo" userId="05538c10dffdc7a7" providerId="LiveId" clId="{D5407B03-01D8-4EAB-81D0-5365B4953EC0}" dt="2022-10-31T15:25:03.201" v="38" actId="478"/>
          <ac:picMkLst>
            <pc:docMk/>
            <pc:sldMk cId="1763408019" sldId="258"/>
            <ac:picMk id="5" creationId="{E6B5EAD0-6071-CB1C-C623-A3E1E9ED80BA}"/>
          </ac:picMkLst>
        </pc:picChg>
        <pc:picChg chg="add mod ord">
          <ac:chgData name="Diogo" userId="05538c10dffdc7a7" providerId="LiveId" clId="{D5407B03-01D8-4EAB-81D0-5365B4953EC0}" dt="2022-10-31T15:25:08.719" v="40" actId="1076"/>
          <ac:picMkLst>
            <pc:docMk/>
            <pc:sldMk cId="1763408019" sldId="258"/>
            <ac:picMk id="9" creationId="{23ACFB89-47E6-2E22-89C8-E91F3A3A983A}"/>
          </ac:picMkLst>
        </pc:picChg>
        <pc:picChg chg="add mod">
          <ac:chgData name="Diogo" userId="05538c10dffdc7a7" providerId="LiveId" clId="{D5407B03-01D8-4EAB-81D0-5365B4953EC0}" dt="2022-10-31T15:35:17.162" v="42" actId="1076"/>
          <ac:picMkLst>
            <pc:docMk/>
            <pc:sldMk cId="1763408019" sldId="258"/>
            <ac:picMk id="11" creationId="{6CB0EA6F-62C9-5546-ED65-B0EFBDE099BE}"/>
          </ac:picMkLst>
        </pc:picChg>
      </pc:sldChg>
      <pc:sldChg chg="addSp delSp modSp new mod">
        <pc:chgData name="Diogo" userId="05538c10dffdc7a7" providerId="LiveId" clId="{D5407B03-01D8-4EAB-81D0-5365B4953EC0}" dt="2022-10-31T15:35:25.353" v="47" actId="1076"/>
        <pc:sldMkLst>
          <pc:docMk/>
          <pc:sldMk cId="1065308215" sldId="259"/>
        </pc:sldMkLst>
        <pc:spChg chg="mod">
          <ac:chgData name="Diogo" userId="05538c10dffdc7a7" providerId="LiveId" clId="{D5407B03-01D8-4EAB-81D0-5365B4953EC0}" dt="2022-10-31T15:35:21.387" v="45" actId="20577"/>
          <ac:spMkLst>
            <pc:docMk/>
            <pc:sldMk cId="1065308215" sldId="259"/>
            <ac:spMk id="2" creationId="{4D3E1BB5-1B80-09DD-A6F1-6EF7D0A3F35B}"/>
          </ac:spMkLst>
        </pc:spChg>
        <pc:spChg chg="del">
          <ac:chgData name="Diogo" userId="05538c10dffdc7a7" providerId="LiveId" clId="{D5407B03-01D8-4EAB-81D0-5365B4953EC0}" dt="2022-10-31T15:35:23.449" v="46" actId="22"/>
          <ac:spMkLst>
            <pc:docMk/>
            <pc:sldMk cId="1065308215" sldId="259"/>
            <ac:spMk id="3" creationId="{F581081A-FA5E-ECE0-5FF5-429F7DB57A25}"/>
          </ac:spMkLst>
        </pc:spChg>
        <pc:picChg chg="add mod ord">
          <ac:chgData name="Diogo" userId="05538c10dffdc7a7" providerId="LiveId" clId="{D5407B03-01D8-4EAB-81D0-5365B4953EC0}" dt="2022-10-31T15:35:25.353" v="47" actId="1076"/>
          <ac:picMkLst>
            <pc:docMk/>
            <pc:sldMk cId="1065308215" sldId="259"/>
            <ac:picMk id="5" creationId="{C7E6B997-C38B-D19F-C41A-95F4DB22270D}"/>
          </ac:picMkLst>
        </pc:picChg>
      </pc:sldChg>
      <pc:sldChg chg="addSp delSp modSp new mod">
        <pc:chgData name="Diogo" userId="05538c10dffdc7a7" providerId="LiveId" clId="{D5407B03-01D8-4EAB-81D0-5365B4953EC0}" dt="2022-10-31T15:38:02.180" v="51" actId="22"/>
        <pc:sldMkLst>
          <pc:docMk/>
          <pc:sldMk cId="3830967010" sldId="260"/>
        </pc:sldMkLst>
        <pc:spChg chg="mod">
          <ac:chgData name="Diogo" userId="05538c10dffdc7a7" providerId="LiveId" clId="{D5407B03-01D8-4EAB-81D0-5365B4953EC0}" dt="2022-10-31T15:35:33.490" v="50" actId="20577"/>
          <ac:spMkLst>
            <pc:docMk/>
            <pc:sldMk cId="3830967010" sldId="260"/>
            <ac:spMk id="2" creationId="{969C6AD6-0C83-08DF-CE53-6CFB7038B928}"/>
          </ac:spMkLst>
        </pc:spChg>
        <pc:spChg chg="del">
          <ac:chgData name="Diogo" userId="05538c10dffdc7a7" providerId="LiveId" clId="{D5407B03-01D8-4EAB-81D0-5365B4953EC0}" dt="2022-10-31T15:38:02.180" v="51" actId="22"/>
          <ac:spMkLst>
            <pc:docMk/>
            <pc:sldMk cId="3830967010" sldId="260"/>
            <ac:spMk id="3" creationId="{391864E3-3FDC-64E3-E049-28A65951D40A}"/>
          </ac:spMkLst>
        </pc:spChg>
        <pc:picChg chg="add mod ord">
          <ac:chgData name="Diogo" userId="05538c10dffdc7a7" providerId="LiveId" clId="{D5407B03-01D8-4EAB-81D0-5365B4953EC0}" dt="2022-10-31T15:38:02.180" v="51" actId="22"/>
          <ac:picMkLst>
            <pc:docMk/>
            <pc:sldMk cId="3830967010" sldId="260"/>
            <ac:picMk id="5" creationId="{3280109F-2538-EAA8-9A55-05371C83F66E}"/>
          </ac:picMkLst>
        </pc:picChg>
      </pc:sldChg>
      <pc:sldChg chg="addSp delSp modSp new mod">
        <pc:chgData name="Diogo" userId="05538c10dffdc7a7" providerId="LiveId" clId="{D5407B03-01D8-4EAB-81D0-5365B4953EC0}" dt="2022-10-31T15:45:03.360" v="63" actId="1076"/>
        <pc:sldMkLst>
          <pc:docMk/>
          <pc:sldMk cId="259529123" sldId="261"/>
        </pc:sldMkLst>
        <pc:spChg chg="mod">
          <ac:chgData name="Diogo" userId="05538c10dffdc7a7" providerId="LiveId" clId="{D5407B03-01D8-4EAB-81D0-5365B4953EC0}" dt="2022-10-31T15:39:03.109" v="56" actId="20577"/>
          <ac:spMkLst>
            <pc:docMk/>
            <pc:sldMk cId="259529123" sldId="261"/>
            <ac:spMk id="2" creationId="{C8E58FA2-D89E-9F49-60C7-9F03CE756A75}"/>
          </ac:spMkLst>
        </pc:spChg>
        <pc:spChg chg="del">
          <ac:chgData name="Diogo" userId="05538c10dffdc7a7" providerId="LiveId" clId="{D5407B03-01D8-4EAB-81D0-5365B4953EC0}" dt="2022-10-31T15:41:25.533" v="57" actId="22"/>
          <ac:spMkLst>
            <pc:docMk/>
            <pc:sldMk cId="259529123" sldId="261"/>
            <ac:spMk id="3" creationId="{3E1E8424-72F7-64F7-A694-2FF5A7C2AC98}"/>
          </ac:spMkLst>
        </pc:spChg>
        <pc:picChg chg="add mod ord">
          <ac:chgData name="Diogo" userId="05538c10dffdc7a7" providerId="LiveId" clId="{D5407B03-01D8-4EAB-81D0-5365B4953EC0}" dt="2022-10-31T15:41:29.990" v="61" actId="1076"/>
          <ac:picMkLst>
            <pc:docMk/>
            <pc:sldMk cId="259529123" sldId="261"/>
            <ac:picMk id="5" creationId="{AD22E088-9C44-C139-8B4A-4F84D9C4DDC8}"/>
          </ac:picMkLst>
        </pc:picChg>
        <pc:picChg chg="add mod">
          <ac:chgData name="Diogo" userId="05538c10dffdc7a7" providerId="LiveId" clId="{D5407B03-01D8-4EAB-81D0-5365B4953EC0}" dt="2022-10-31T15:45:03.360" v="63" actId="1076"/>
          <ac:picMkLst>
            <pc:docMk/>
            <pc:sldMk cId="259529123" sldId="261"/>
            <ac:picMk id="7" creationId="{1DFF9C85-DDA2-775E-C33B-3BC14D917EC6}"/>
          </ac:picMkLst>
        </pc:picChg>
      </pc:sldChg>
      <pc:sldChg chg="addSp delSp modSp new mod">
        <pc:chgData name="Diogo" userId="05538c10dffdc7a7" providerId="LiveId" clId="{D5407B03-01D8-4EAB-81D0-5365B4953EC0}" dt="2022-10-31T15:45:30.215" v="74" actId="1076"/>
        <pc:sldMkLst>
          <pc:docMk/>
          <pc:sldMk cId="262267000" sldId="262"/>
        </pc:sldMkLst>
        <pc:spChg chg="mod">
          <ac:chgData name="Diogo" userId="05538c10dffdc7a7" providerId="LiveId" clId="{D5407B03-01D8-4EAB-81D0-5365B4953EC0}" dt="2022-10-31T15:45:10.592" v="72" actId="20577"/>
          <ac:spMkLst>
            <pc:docMk/>
            <pc:sldMk cId="262267000" sldId="262"/>
            <ac:spMk id="2" creationId="{9765EBF5-393C-8B6E-FB25-C90B69497307}"/>
          </ac:spMkLst>
        </pc:spChg>
        <pc:spChg chg="del">
          <ac:chgData name="Diogo" userId="05538c10dffdc7a7" providerId="LiveId" clId="{D5407B03-01D8-4EAB-81D0-5365B4953EC0}" dt="2022-10-31T15:45:28.659" v="73" actId="22"/>
          <ac:spMkLst>
            <pc:docMk/>
            <pc:sldMk cId="262267000" sldId="262"/>
            <ac:spMk id="3" creationId="{4E3F6FE7-CD02-3090-D29C-98B6681A2DCA}"/>
          </ac:spMkLst>
        </pc:spChg>
        <pc:picChg chg="add mod ord">
          <ac:chgData name="Diogo" userId="05538c10dffdc7a7" providerId="LiveId" clId="{D5407B03-01D8-4EAB-81D0-5365B4953EC0}" dt="2022-10-31T15:45:30.215" v="74" actId="1076"/>
          <ac:picMkLst>
            <pc:docMk/>
            <pc:sldMk cId="262267000" sldId="262"/>
            <ac:picMk id="5" creationId="{B74B58A6-55B7-B4AF-C9D6-28054DBDD497}"/>
          </ac:picMkLst>
        </pc:picChg>
      </pc:sldChg>
      <pc:sldChg chg="addSp delSp modSp new mod">
        <pc:chgData name="Diogo" userId="05538c10dffdc7a7" providerId="LiveId" clId="{D5407B03-01D8-4EAB-81D0-5365B4953EC0}" dt="2022-10-31T15:46:35.631" v="80" actId="22"/>
        <pc:sldMkLst>
          <pc:docMk/>
          <pc:sldMk cId="2101404733" sldId="263"/>
        </pc:sldMkLst>
        <pc:spChg chg="mod">
          <ac:chgData name="Diogo" userId="05538c10dffdc7a7" providerId="LiveId" clId="{D5407B03-01D8-4EAB-81D0-5365B4953EC0}" dt="2022-10-31T15:45:35.721" v="79" actId="20577"/>
          <ac:spMkLst>
            <pc:docMk/>
            <pc:sldMk cId="2101404733" sldId="263"/>
            <ac:spMk id="2" creationId="{F9093640-F9DB-2D29-78DE-A84E8B438D19}"/>
          </ac:spMkLst>
        </pc:spChg>
        <pc:spChg chg="del">
          <ac:chgData name="Diogo" userId="05538c10dffdc7a7" providerId="LiveId" clId="{D5407B03-01D8-4EAB-81D0-5365B4953EC0}" dt="2022-10-31T15:46:35.631" v="80" actId="22"/>
          <ac:spMkLst>
            <pc:docMk/>
            <pc:sldMk cId="2101404733" sldId="263"/>
            <ac:spMk id="3" creationId="{1AAF9A0C-05E1-C669-49B7-66DA34074629}"/>
          </ac:spMkLst>
        </pc:spChg>
        <pc:picChg chg="add mod ord">
          <ac:chgData name="Diogo" userId="05538c10dffdc7a7" providerId="LiveId" clId="{D5407B03-01D8-4EAB-81D0-5365B4953EC0}" dt="2022-10-31T15:46:35.631" v="80" actId="22"/>
          <ac:picMkLst>
            <pc:docMk/>
            <pc:sldMk cId="2101404733" sldId="263"/>
            <ac:picMk id="5" creationId="{E66BF939-4A2A-9C64-D3F2-DC4977FB0993}"/>
          </ac:picMkLst>
        </pc:picChg>
      </pc:sldChg>
      <pc:sldChg chg="addSp delSp modSp new mod">
        <pc:chgData name="Diogo" userId="05538c10dffdc7a7" providerId="LiveId" clId="{D5407B03-01D8-4EAB-81D0-5365B4953EC0}" dt="2022-10-31T15:56:57.005" v="93" actId="1076"/>
        <pc:sldMkLst>
          <pc:docMk/>
          <pc:sldMk cId="4230327141" sldId="264"/>
        </pc:sldMkLst>
        <pc:spChg chg="mod">
          <ac:chgData name="Diogo" userId="05538c10dffdc7a7" providerId="LiveId" clId="{D5407B03-01D8-4EAB-81D0-5365B4953EC0}" dt="2022-10-31T15:46:39.245" v="83" actId="20577"/>
          <ac:spMkLst>
            <pc:docMk/>
            <pc:sldMk cId="4230327141" sldId="264"/>
            <ac:spMk id="2" creationId="{9DAE8847-D3EB-0999-780E-937E7AEBF3F0}"/>
          </ac:spMkLst>
        </pc:spChg>
        <pc:spChg chg="del">
          <ac:chgData name="Diogo" userId="05538c10dffdc7a7" providerId="LiveId" clId="{D5407B03-01D8-4EAB-81D0-5365B4953EC0}" dt="2022-10-31T15:54:23.738" v="84" actId="22"/>
          <ac:spMkLst>
            <pc:docMk/>
            <pc:sldMk cId="4230327141" sldId="264"/>
            <ac:spMk id="3" creationId="{5F47A874-EF2F-D9D4-1264-A3681A596BC5}"/>
          </ac:spMkLst>
        </pc:spChg>
        <pc:picChg chg="add mod ord">
          <ac:chgData name="Diogo" userId="05538c10dffdc7a7" providerId="LiveId" clId="{D5407B03-01D8-4EAB-81D0-5365B4953EC0}" dt="2022-10-31T15:54:25.329" v="85" actId="1076"/>
          <ac:picMkLst>
            <pc:docMk/>
            <pc:sldMk cId="4230327141" sldId="264"/>
            <ac:picMk id="5" creationId="{162F1500-EF85-9A9E-46EC-47214A3E8866}"/>
          </ac:picMkLst>
        </pc:picChg>
        <pc:picChg chg="add mod">
          <ac:chgData name="Diogo" userId="05538c10dffdc7a7" providerId="LiveId" clId="{D5407B03-01D8-4EAB-81D0-5365B4953EC0}" dt="2022-10-31T15:55:42.352" v="89" actId="1076"/>
          <ac:picMkLst>
            <pc:docMk/>
            <pc:sldMk cId="4230327141" sldId="264"/>
            <ac:picMk id="7" creationId="{F7E416AA-0CFD-0BDE-4097-A4BF706B5C9A}"/>
          </ac:picMkLst>
        </pc:picChg>
        <pc:picChg chg="add mod">
          <ac:chgData name="Diogo" userId="05538c10dffdc7a7" providerId="LiveId" clId="{D5407B03-01D8-4EAB-81D0-5365B4953EC0}" dt="2022-10-31T15:56:57.005" v="93" actId="1076"/>
          <ac:picMkLst>
            <pc:docMk/>
            <pc:sldMk cId="4230327141" sldId="264"/>
            <ac:picMk id="9" creationId="{3F42E6D7-C692-3612-BFFB-D06D62BB9F9B}"/>
          </ac:picMkLst>
        </pc:picChg>
      </pc:sldChg>
      <pc:sldChg chg="addSp delSp modSp new mod">
        <pc:chgData name="Diogo" userId="05538c10dffdc7a7" providerId="LiveId" clId="{D5407B03-01D8-4EAB-81D0-5365B4953EC0}" dt="2022-10-31T16:07:49.330" v="101" actId="1076"/>
        <pc:sldMkLst>
          <pc:docMk/>
          <pc:sldMk cId="1646053239" sldId="265"/>
        </pc:sldMkLst>
        <pc:spChg chg="mod">
          <ac:chgData name="Diogo" userId="05538c10dffdc7a7" providerId="LiveId" clId="{D5407B03-01D8-4EAB-81D0-5365B4953EC0}" dt="2022-10-31T15:59:48.062" v="96" actId="20577"/>
          <ac:spMkLst>
            <pc:docMk/>
            <pc:sldMk cId="1646053239" sldId="265"/>
            <ac:spMk id="2" creationId="{5F80C430-C31F-D888-2DEE-AF9CCBF33CED}"/>
          </ac:spMkLst>
        </pc:spChg>
        <pc:spChg chg="del">
          <ac:chgData name="Diogo" userId="05538c10dffdc7a7" providerId="LiveId" clId="{D5407B03-01D8-4EAB-81D0-5365B4953EC0}" dt="2022-10-31T15:59:49.828" v="97" actId="22"/>
          <ac:spMkLst>
            <pc:docMk/>
            <pc:sldMk cId="1646053239" sldId="265"/>
            <ac:spMk id="3" creationId="{0EF0CE95-A481-DB64-2562-981E598DC02E}"/>
          </ac:spMkLst>
        </pc:spChg>
        <pc:picChg chg="add mod ord">
          <ac:chgData name="Diogo" userId="05538c10dffdc7a7" providerId="LiveId" clId="{D5407B03-01D8-4EAB-81D0-5365B4953EC0}" dt="2022-10-31T15:59:50.890" v="98" actId="1076"/>
          <ac:picMkLst>
            <pc:docMk/>
            <pc:sldMk cId="1646053239" sldId="265"/>
            <ac:picMk id="5" creationId="{86D474B2-FAD0-F94D-A3CB-D66D38963244}"/>
          </ac:picMkLst>
        </pc:picChg>
        <pc:picChg chg="add mod">
          <ac:chgData name="Diogo" userId="05538c10dffdc7a7" providerId="LiveId" clId="{D5407B03-01D8-4EAB-81D0-5365B4953EC0}" dt="2022-10-31T16:07:49.330" v="101" actId="1076"/>
          <ac:picMkLst>
            <pc:docMk/>
            <pc:sldMk cId="1646053239" sldId="265"/>
            <ac:picMk id="7" creationId="{7E4703D2-1AB9-438C-5D47-BE8362E36975}"/>
          </ac:picMkLst>
        </pc:picChg>
      </pc:sldChg>
      <pc:sldChg chg="addSp delSp modSp new mod">
        <pc:chgData name="Diogo" userId="05538c10dffdc7a7" providerId="LiveId" clId="{D5407B03-01D8-4EAB-81D0-5365B4953EC0}" dt="2022-10-31T16:08:32.105" v="106" actId="1076"/>
        <pc:sldMkLst>
          <pc:docMk/>
          <pc:sldMk cId="642402859" sldId="266"/>
        </pc:sldMkLst>
        <pc:spChg chg="mod">
          <ac:chgData name="Diogo" userId="05538c10dffdc7a7" providerId="LiveId" clId="{D5407B03-01D8-4EAB-81D0-5365B4953EC0}" dt="2022-10-31T16:07:59.422" v="104" actId="20577"/>
          <ac:spMkLst>
            <pc:docMk/>
            <pc:sldMk cId="642402859" sldId="266"/>
            <ac:spMk id="2" creationId="{78C272A4-D7A7-B00D-B2B0-E172067647CE}"/>
          </ac:spMkLst>
        </pc:spChg>
        <pc:spChg chg="del">
          <ac:chgData name="Diogo" userId="05538c10dffdc7a7" providerId="LiveId" clId="{D5407B03-01D8-4EAB-81D0-5365B4953EC0}" dt="2022-10-31T16:08:31.322" v="105" actId="22"/>
          <ac:spMkLst>
            <pc:docMk/>
            <pc:sldMk cId="642402859" sldId="266"/>
            <ac:spMk id="3" creationId="{21692BDC-4674-CC1F-7A60-B5769336205C}"/>
          </ac:spMkLst>
        </pc:spChg>
        <pc:picChg chg="add mod ord">
          <ac:chgData name="Diogo" userId="05538c10dffdc7a7" providerId="LiveId" clId="{D5407B03-01D8-4EAB-81D0-5365B4953EC0}" dt="2022-10-31T16:08:32.105" v="106" actId="1076"/>
          <ac:picMkLst>
            <pc:docMk/>
            <pc:sldMk cId="642402859" sldId="266"/>
            <ac:picMk id="5" creationId="{D28EBD37-FB04-6F4C-1E9D-A461A85DA1FF}"/>
          </ac:picMkLst>
        </pc:picChg>
      </pc:sldChg>
      <pc:sldChg chg="addSp delSp modSp new mod">
        <pc:chgData name="Diogo" userId="05538c10dffdc7a7" providerId="LiveId" clId="{D5407B03-01D8-4EAB-81D0-5365B4953EC0}" dt="2022-10-31T16:15:05.301" v="118" actId="1076"/>
        <pc:sldMkLst>
          <pc:docMk/>
          <pc:sldMk cId="1299559790" sldId="267"/>
        </pc:sldMkLst>
        <pc:spChg chg="mod">
          <ac:chgData name="Diogo" userId="05538c10dffdc7a7" providerId="LiveId" clId="{D5407B03-01D8-4EAB-81D0-5365B4953EC0}" dt="2022-10-31T16:13:26.083" v="115" actId="20577"/>
          <ac:spMkLst>
            <pc:docMk/>
            <pc:sldMk cId="1299559790" sldId="267"/>
            <ac:spMk id="2" creationId="{FDDCF5BE-0FAB-8D6F-54C9-F0329257F461}"/>
          </ac:spMkLst>
        </pc:spChg>
        <pc:spChg chg="del">
          <ac:chgData name="Diogo" userId="05538c10dffdc7a7" providerId="LiveId" clId="{D5407B03-01D8-4EAB-81D0-5365B4953EC0}" dt="2022-10-31T16:13:21.137" v="110" actId="22"/>
          <ac:spMkLst>
            <pc:docMk/>
            <pc:sldMk cId="1299559790" sldId="267"/>
            <ac:spMk id="3" creationId="{0DDCB782-6E49-5A7E-B17B-A4D914B4A880}"/>
          </ac:spMkLst>
        </pc:spChg>
        <pc:picChg chg="add mod ord">
          <ac:chgData name="Diogo" userId="05538c10dffdc7a7" providerId="LiveId" clId="{D5407B03-01D8-4EAB-81D0-5365B4953EC0}" dt="2022-10-31T16:15:03.090" v="116" actId="1076"/>
          <ac:picMkLst>
            <pc:docMk/>
            <pc:sldMk cId="1299559790" sldId="267"/>
            <ac:picMk id="5" creationId="{E79634FB-AD83-29B8-77F6-B3E030D480E7}"/>
          </ac:picMkLst>
        </pc:picChg>
        <pc:picChg chg="add mod">
          <ac:chgData name="Diogo" userId="05538c10dffdc7a7" providerId="LiveId" clId="{D5407B03-01D8-4EAB-81D0-5365B4953EC0}" dt="2022-10-31T16:15:05.301" v="118" actId="1076"/>
          <ac:picMkLst>
            <pc:docMk/>
            <pc:sldMk cId="1299559790" sldId="267"/>
            <ac:picMk id="7" creationId="{F1228B8B-261C-6B43-461E-0A0820900B5C}"/>
          </ac:picMkLst>
        </pc:picChg>
      </pc:sldChg>
      <pc:sldChg chg="addSp delSp modSp new mod">
        <pc:chgData name="Diogo" userId="05538c10dffdc7a7" providerId="LiveId" clId="{D5407B03-01D8-4EAB-81D0-5365B4953EC0}" dt="2022-10-31T16:19:12.567" v="131" actId="1076"/>
        <pc:sldMkLst>
          <pc:docMk/>
          <pc:sldMk cId="1428378420" sldId="268"/>
        </pc:sldMkLst>
        <pc:spChg chg="mod">
          <ac:chgData name="Diogo" userId="05538c10dffdc7a7" providerId="LiveId" clId="{D5407B03-01D8-4EAB-81D0-5365B4953EC0}" dt="2022-10-31T16:16:34.174" v="127" actId="20577"/>
          <ac:spMkLst>
            <pc:docMk/>
            <pc:sldMk cId="1428378420" sldId="268"/>
            <ac:spMk id="2" creationId="{BDB9FE1F-B034-5AB9-B1C1-3154E4A8BFA3}"/>
          </ac:spMkLst>
        </pc:spChg>
        <pc:spChg chg="del">
          <ac:chgData name="Diogo" userId="05538c10dffdc7a7" providerId="LiveId" clId="{D5407B03-01D8-4EAB-81D0-5365B4953EC0}" dt="2022-10-31T16:16:36.230" v="128" actId="22"/>
          <ac:spMkLst>
            <pc:docMk/>
            <pc:sldMk cId="1428378420" sldId="268"/>
            <ac:spMk id="3" creationId="{47A38D1B-34B4-9038-7CBD-3E6BE00CEBE7}"/>
          </ac:spMkLst>
        </pc:spChg>
        <pc:picChg chg="add mod ord">
          <ac:chgData name="Diogo" userId="05538c10dffdc7a7" providerId="LiveId" clId="{D5407B03-01D8-4EAB-81D0-5365B4953EC0}" dt="2022-10-31T16:16:37.280" v="129" actId="1076"/>
          <ac:picMkLst>
            <pc:docMk/>
            <pc:sldMk cId="1428378420" sldId="268"/>
            <ac:picMk id="5" creationId="{DFB787E5-63CE-C6CC-C340-41D26883C870}"/>
          </ac:picMkLst>
        </pc:picChg>
        <pc:picChg chg="add mod">
          <ac:chgData name="Diogo" userId="05538c10dffdc7a7" providerId="LiveId" clId="{D5407B03-01D8-4EAB-81D0-5365B4953EC0}" dt="2022-10-31T16:19:12.567" v="131" actId="1076"/>
          <ac:picMkLst>
            <pc:docMk/>
            <pc:sldMk cId="1428378420" sldId="268"/>
            <ac:picMk id="7" creationId="{C018577F-65E0-DD64-6B6E-389295F2E4BA}"/>
          </ac:picMkLst>
        </pc:picChg>
      </pc:sldChg>
      <pc:sldChg chg="modSp new mod">
        <pc:chgData name="Diogo" userId="05538c10dffdc7a7" providerId="LiveId" clId="{D5407B03-01D8-4EAB-81D0-5365B4953EC0}" dt="2022-10-31T16:19:23.555" v="138" actId="20577"/>
        <pc:sldMkLst>
          <pc:docMk/>
          <pc:sldMk cId="641160957" sldId="269"/>
        </pc:sldMkLst>
        <pc:spChg chg="mod">
          <ac:chgData name="Diogo" userId="05538c10dffdc7a7" providerId="LiveId" clId="{D5407B03-01D8-4EAB-81D0-5365B4953EC0}" dt="2022-10-31T16:19:23.555" v="138" actId="20577"/>
          <ac:spMkLst>
            <pc:docMk/>
            <pc:sldMk cId="641160957" sldId="269"/>
            <ac:spMk id="2" creationId="{59153E3B-83D4-84E1-D40E-E506514203E1}"/>
          </ac:spMkLst>
        </pc:spChg>
      </pc:sldChg>
      <pc:sldChg chg="new">
        <pc:chgData name="Diogo" userId="05538c10dffdc7a7" providerId="LiveId" clId="{D5407B03-01D8-4EAB-81D0-5365B4953EC0}" dt="2022-10-31T16:25:40.237" v="139" actId="680"/>
        <pc:sldMkLst>
          <pc:docMk/>
          <pc:sldMk cId="1730787982" sldId="270"/>
        </pc:sldMkLst>
      </pc:sldChg>
      <pc:sldChg chg="addSp delSp modSp new mod">
        <pc:chgData name="Diogo" userId="05538c10dffdc7a7" providerId="LiveId" clId="{D5407B03-01D8-4EAB-81D0-5365B4953EC0}" dt="2022-10-31T16:26:57.559" v="156" actId="1076"/>
        <pc:sldMkLst>
          <pc:docMk/>
          <pc:sldMk cId="330729021" sldId="271"/>
        </pc:sldMkLst>
        <pc:spChg chg="mod">
          <ac:chgData name="Diogo" userId="05538c10dffdc7a7" providerId="LiveId" clId="{D5407B03-01D8-4EAB-81D0-5365B4953EC0}" dt="2022-10-31T16:25:45.893" v="148" actId="20577"/>
          <ac:spMkLst>
            <pc:docMk/>
            <pc:sldMk cId="330729021" sldId="271"/>
            <ac:spMk id="2" creationId="{8A457719-6C1F-F71B-0FD1-769FACD5C8C4}"/>
          </ac:spMkLst>
        </pc:spChg>
        <pc:spChg chg="del">
          <ac:chgData name="Diogo" userId="05538c10dffdc7a7" providerId="LiveId" clId="{D5407B03-01D8-4EAB-81D0-5365B4953EC0}" dt="2022-10-31T16:25:47.791" v="149" actId="22"/>
          <ac:spMkLst>
            <pc:docMk/>
            <pc:sldMk cId="330729021" sldId="271"/>
            <ac:spMk id="3" creationId="{8A37683C-3EE0-72DC-EB31-2F1EBA6AC4B8}"/>
          </ac:spMkLst>
        </pc:spChg>
        <pc:picChg chg="add mod ord">
          <ac:chgData name="Diogo" userId="05538c10dffdc7a7" providerId="LiveId" clId="{D5407B03-01D8-4EAB-81D0-5365B4953EC0}" dt="2022-10-31T16:26:55.040" v="154" actId="1076"/>
          <ac:picMkLst>
            <pc:docMk/>
            <pc:sldMk cId="330729021" sldId="271"/>
            <ac:picMk id="5" creationId="{EBBF91C0-481C-F0DF-FCEA-D7B15920FDAD}"/>
          </ac:picMkLst>
        </pc:picChg>
        <pc:picChg chg="add mod">
          <ac:chgData name="Diogo" userId="05538c10dffdc7a7" providerId="LiveId" clId="{D5407B03-01D8-4EAB-81D0-5365B4953EC0}" dt="2022-10-31T16:26:57.559" v="156" actId="1076"/>
          <ac:picMkLst>
            <pc:docMk/>
            <pc:sldMk cId="330729021" sldId="271"/>
            <ac:picMk id="7" creationId="{27405DD0-E68F-90C9-7A97-AE6994E04B18}"/>
          </ac:picMkLst>
        </pc:picChg>
      </pc:sldChg>
      <pc:sldChg chg="addSp delSp modSp new mod">
        <pc:chgData name="Diogo" userId="05538c10dffdc7a7" providerId="LiveId" clId="{D5407B03-01D8-4EAB-81D0-5365B4953EC0}" dt="2022-10-31T16:40:47.471" v="164" actId="22"/>
        <pc:sldMkLst>
          <pc:docMk/>
          <pc:sldMk cId="4142468878" sldId="272"/>
        </pc:sldMkLst>
        <pc:spChg chg="mod">
          <ac:chgData name="Diogo" userId="05538c10dffdc7a7" providerId="LiveId" clId="{D5407B03-01D8-4EAB-81D0-5365B4953EC0}" dt="2022-10-31T16:27:05.369" v="163" actId="20577"/>
          <ac:spMkLst>
            <pc:docMk/>
            <pc:sldMk cId="4142468878" sldId="272"/>
            <ac:spMk id="2" creationId="{52073CA7-BD03-AC56-99E6-C86F8A53BEC6}"/>
          </ac:spMkLst>
        </pc:spChg>
        <pc:spChg chg="del">
          <ac:chgData name="Diogo" userId="05538c10dffdc7a7" providerId="LiveId" clId="{D5407B03-01D8-4EAB-81D0-5365B4953EC0}" dt="2022-10-31T16:40:47.471" v="164" actId="22"/>
          <ac:spMkLst>
            <pc:docMk/>
            <pc:sldMk cId="4142468878" sldId="272"/>
            <ac:spMk id="3" creationId="{2EF3F2F1-F77D-70AD-4852-E1995DE992AE}"/>
          </ac:spMkLst>
        </pc:spChg>
        <pc:picChg chg="add mod ord">
          <ac:chgData name="Diogo" userId="05538c10dffdc7a7" providerId="LiveId" clId="{D5407B03-01D8-4EAB-81D0-5365B4953EC0}" dt="2022-10-31T16:40:47.471" v="164" actId="22"/>
          <ac:picMkLst>
            <pc:docMk/>
            <pc:sldMk cId="4142468878" sldId="272"/>
            <ac:picMk id="5" creationId="{A875BEA9-2850-36FF-656F-43EC099274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FB60-8037-1EE9-1EAE-B67DF6B5C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151F1-92BB-9E3A-1734-FE41DBD6F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6D3A2-DC25-21A6-866D-DC88C3086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0820A-E20D-1A39-93B5-E1EA53FE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D2DB8-03EF-B158-5A94-07DB9870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433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9771-AAB8-9798-81BE-0A24E207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AE3B-80CC-1949-D8E6-9C45EE5A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5D3A-E808-C4EF-2CF6-87AC76A7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5AD14-6A6F-16DC-4890-1E5CF988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B10A-D09E-8E57-2C6A-13D47BE2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136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B58E-710E-512C-1CD1-6BA40221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98782-7315-806F-11A9-C519E65CE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BCED-1D92-C685-CD7A-280C7AA7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F8934-EEAE-AC3A-727A-16B1425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63119-E924-BB7B-0B39-4EFAFDF0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209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23A-F574-0F33-BEEF-A88BEE9C4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948E-BA4C-F4C0-9D4B-5C7930F8A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439C6-5863-0022-DF8E-1521030F2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9487C-C678-F695-C18A-3D459CF9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7010B-E783-F363-E7C2-FF4AEB7F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C5236-C2BC-75C8-FE79-E7F719F7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247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16B2-7BDB-8308-57A9-B4E69764F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2C9EB-273D-3BFA-FDEC-86E1B570F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14B1D-EDDE-73FF-3593-1E5EF637D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D2032-0A61-5F94-8399-849FD9793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1434F-2955-52ED-98A7-74CD1B7B5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BB384-5E54-3149-A171-741554A7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5143C-552C-2B43-2ABA-7AD177D3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4537A-CE14-0CBB-FFBA-7EB8DEF0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603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16C5-CA27-EB55-D32B-C8B1FF6A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593DE-58C0-0E74-7B78-D50C95B0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84010-0F9A-94E1-4DC3-8A08348C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D7B89-F73D-E351-53AF-8D8D4747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416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91E6C-1472-7CF8-6038-14CCF490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7D501-0348-B9D7-003C-38151675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61107-7B31-5390-5EFB-547F8C71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04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20D-044A-930A-1366-58148D1E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A53C-BBFC-4B2B-0252-D6BCB763C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42CD8-AD94-AB71-BD60-A816EEB55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1EDC1-C56C-41DA-5DA8-1C6826BA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9A174-795F-B101-C388-27BB3F77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CCEA7-3A74-311D-EA0D-632C9F6D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912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7B67-9F3A-CA4C-EF74-4472EF870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CCF43-623E-19C9-F345-080CF3A2B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59999-B945-073A-32A1-8F12AD53E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BE227-7F90-511C-E55B-F872B8F0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48CA8-90A5-C62E-D5AD-F6617387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E25E3-578A-9055-077C-DBF7A0C5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64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85F1-CDB5-B9EF-9285-C71978D3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0B362-BDFC-537F-ECEA-047B340DF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BCB64-2798-4DAC-DB02-6DF4F88E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D07F-27E5-7593-270B-2F29C035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292A8-5ED8-8B4B-C210-6BF6BC40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92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2AD34-7DDD-F50C-9E58-042FC038D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525A6-4DB9-BC07-C108-34F924D3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8DE72-0039-0C2C-FEA1-95DE29F3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B8C28-B5E8-3F74-C110-2E156728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F43B-3E11-4A71-8321-C13672E8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63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47751-35AC-4835-7D93-5247DB42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9645-E63F-1907-5577-FFEFA8E4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2E8FC-1EF6-04E2-7E14-A7B770B9D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AF8EC-A119-4C35-A017-B2C3618B9B50}" type="datetimeFigureOut">
              <a:rPr lang="pt-PT" smtClean="0"/>
              <a:t>31/10/2022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834AE-5F62-4573-5B5C-D04B74E4A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C74BD-BC91-B5B0-31FA-7A9F55F6E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E44AB-6ABE-47ED-992E-FDBD1337CF1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879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04B3-FD89-39F5-85A8-6791958CE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Diogo Antunes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E1899-FB21-BC36-E42C-B72764048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2018016615</a:t>
            </a:r>
          </a:p>
        </p:txBody>
      </p:sp>
    </p:spTree>
    <p:extLst>
      <p:ext uri="{BB962C8B-B14F-4D97-AF65-F5344CB8AC3E}">
        <p14:creationId xmlns:p14="http://schemas.microsoft.com/office/powerpoint/2010/main" val="46958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CDDB-8283-0B91-A9D2-B956D563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F84FA3-A936-CD3F-FBB6-12503AF2A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3152"/>
            <a:ext cx="10515600" cy="4136284"/>
          </a:xfrm>
        </p:spPr>
      </p:pic>
    </p:spTree>
    <p:extLst>
      <p:ext uri="{BB962C8B-B14F-4D97-AF65-F5344CB8AC3E}">
        <p14:creationId xmlns:p14="http://schemas.microsoft.com/office/powerpoint/2010/main" val="74671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C5D4-0777-F6D3-DC3A-E8F473BF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ACFB89-47E6-2E22-89C8-E91F3A3A9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270" y="1690688"/>
            <a:ext cx="6345011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0EA6F-62C9-5546-ED65-B0EFBDE09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369" y="1483098"/>
            <a:ext cx="52006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0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1BB5-1B80-09DD-A6F1-6EF7D0A3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6B997-C38B-D19F-C41A-95F4DB222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952" y="1861484"/>
            <a:ext cx="4622238" cy="4351338"/>
          </a:xfrm>
        </p:spPr>
      </p:pic>
    </p:spTree>
    <p:extLst>
      <p:ext uri="{BB962C8B-B14F-4D97-AF65-F5344CB8AC3E}">
        <p14:creationId xmlns:p14="http://schemas.microsoft.com/office/powerpoint/2010/main" val="106530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6AD6-0C83-08DF-CE53-6CFB7038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80109F-2538-EAA8-9A55-05371C83F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3361" y="1825625"/>
            <a:ext cx="9185278" cy="4351338"/>
          </a:xfrm>
        </p:spPr>
      </p:pic>
    </p:spTree>
    <p:extLst>
      <p:ext uri="{BB962C8B-B14F-4D97-AF65-F5344CB8AC3E}">
        <p14:creationId xmlns:p14="http://schemas.microsoft.com/office/powerpoint/2010/main" val="3830967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8FA2-D89E-9F49-60C7-9F03CE75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2E088-9C44-C139-8B4A-4F84D9C4D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2130"/>
            <a:ext cx="5465737" cy="36937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F9C85-DDA2-775E-C33B-3BC14D917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784" y="1380565"/>
            <a:ext cx="39624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EBF5-393C-8B6E-FB25-C90B6949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4B58A6-55B7-B4AF-C9D6-28054DBDD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98" y="1843554"/>
            <a:ext cx="3929333" cy="4351338"/>
          </a:xfrm>
        </p:spPr>
      </p:pic>
    </p:spTree>
    <p:extLst>
      <p:ext uri="{BB962C8B-B14F-4D97-AF65-F5344CB8AC3E}">
        <p14:creationId xmlns:p14="http://schemas.microsoft.com/office/powerpoint/2010/main" val="26226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93640-F9DB-2D29-78DE-A84E8B43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6BF939-4A2A-9C64-D3F2-DC4977FB0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794" y="1825625"/>
            <a:ext cx="5760412" cy="4351338"/>
          </a:xfrm>
        </p:spPr>
      </p:pic>
    </p:spTree>
    <p:extLst>
      <p:ext uri="{BB962C8B-B14F-4D97-AF65-F5344CB8AC3E}">
        <p14:creationId xmlns:p14="http://schemas.microsoft.com/office/powerpoint/2010/main" val="210140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8847-D3EB-0999-780E-937E7AEB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2F1500-EF85-9A9E-46EC-47214A3E8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924" y="1789766"/>
            <a:ext cx="336763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416AA-0CFD-0BDE-4097-A4BF706B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439" y="1789765"/>
            <a:ext cx="3316569" cy="4351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42E6D7-C692-3612-BFFB-D06D62BB9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085" y="1789765"/>
            <a:ext cx="3254728" cy="421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2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C430-C31F-D888-2DEE-AF9CCBF3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D474B2-FAD0-F94D-A3CB-D66D38963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075" y="1852519"/>
            <a:ext cx="332592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703D2-1AB9-438C-5D47-BE8362E3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035" y="1852519"/>
            <a:ext cx="5685584" cy="426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5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72A4-D7A7-B00D-B2B0-E1720676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EBD37-FB04-6F4C-1E9D-A461A85DA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8383" y="1870449"/>
            <a:ext cx="3411234" cy="4351338"/>
          </a:xfrm>
        </p:spPr>
      </p:pic>
    </p:spTree>
    <p:extLst>
      <p:ext uri="{BB962C8B-B14F-4D97-AF65-F5344CB8AC3E}">
        <p14:creationId xmlns:p14="http://schemas.microsoft.com/office/powerpoint/2010/main" val="642402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F5BE-0FAB-8D6F-54C9-F0329257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 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634FB-AD83-29B8-77F6-B3E030D48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209" y="1690688"/>
            <a:ext cx="595412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228B8B-261C-6B43-461E-0A0820900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822" y="2086815"/>
            <a:ext cx="31432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5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FE1F-B034-5AB9-B1C1-3154E4A8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 b)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B787E5-63CE-C6CC-C340-41D26883C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743" y="1906308"/>
            <a:ext cx="465729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18577F-65E0-DD64-6B6E-389295F2E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140" y="2031066"/>
            <a:ext cx="61912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7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3E3B-83D4-84E1-D40E-E5065142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 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F86C1-A6C3-44C6-7E74-20149FAF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41160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530B-20E0-04F5-DDAF-5EF564BC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4F866-1D80-08B0-B9B1-A3F949C34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0787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7719-6C1F-F71B-0FD1-769FACD5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 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BF91C0-481C-F0DF-FCEA-D7B15920F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921" y="1697972"/>
            <a:ext cx="440671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405DD0-E68F-90C9-7A97-AE6994E0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658" y="2143453"/>
            <a:ext cx="5896813" cy="291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3CA7-BD03-AC56-99E6-C86F8A53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 b)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5BEA9-2850-36FF-656F-43EC09927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3795" y="1825625"/>
            <a:ext cx="4784409" cy="4351338"/>
          </a:xfrm>
        </p:spPr>
      </p:pic>
    </p:spTree>
    <p:extLst>
      <p:ext uri="{BB962C8B-B14F-4D97-AF65-F5344CB8AC3E}">
        <p14:creationId xmlns:p14="http://schemas.microsoft.com/office/powerpoint/2010/main" val="414246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38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Diogo Antunes</vt:lpstr>
      <vt:lpstr>1)</vt:lpstr>
      <vt:lpstr>2)</vt:lpstr>
      <vt:lpstr>2)</vt:lpstr>
      <vt:lpstr>3)</vt:lpstr>
      <vt:lpstr>4)</vt:lpstr>
      <vt:lpstr>4)</vt:lpstr>
      <vt:lpstr>5)</vt:lpstr>
      <vt:lpstr>6)</vt:lpstr>
      <vt:lpstr>6)</vt:lpstr>
      <vt:lpstr>6)</vt:lpstr>
      <vt:lpstr>7 a)</vt:lpstr>
      <vt:lpstr>7 b)</vt:lpstr>
      <vt:lpstr>7 c)</vt:lpstr>
      <vt:lpstr>PowerPoint Presentation</vt:lpstr>
      <vt:lpstr>8 a)</vt:lpstr>
      <vt:lpstr>8 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Diogo</dc:creator>
  <cp:lastModifiedBy>Diogo</cp:lastModifiedBy>
  <cp:revision>1</cp:revision>
  <dcterms:created xsi:type="dcterms:W3CDTF">2022-10-31T15:11:26Z</dcterms:created>
  <dcterms:modified xsi:type="dcterms:W3CDTF">2022-10-31T16:43:59Z</dcterms:modified>
</cp:coreProperties>
</file>